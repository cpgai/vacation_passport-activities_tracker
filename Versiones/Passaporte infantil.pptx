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69" y="4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F770-BA07-4410-A23C-F18E40BC2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76B2A-B37A-4C43-AA65-7216960BB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324A9-771C-40E5-B61C-0A970AD5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8E861-A310-473A-A0EC-60969D9AA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AC701-A0DD-4BF4-9D79-B431ECBDE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3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9EC04-8738-423A-B659-851BAE1C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0C172-1ACE-4D9D-AAFC-7F1B93856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8A2C8-C2EB-4310-8A57-A89FF8F8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A5EE0-C555-45B4-BE51-EFD08289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728D0-CC45-491C-B566-681F54F15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5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6B10-A7DB-4FC3-BE20-37780BA4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2FC96-41CE-41D7-88D0-E49AD854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36CBB-4305-4F6E-8245-754C6D7D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AF9E9-B5E0-4B92-9F09-E9FE43FD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E55C5-E3EE-4238-8737-5B939814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16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0CF6-F566-4A72-9A13-FAE8EA2F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50590-3341-4BF5-8207-104529D12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D2443-3834-4216-AADD-41CDA3CBB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A0F85-A423-4D7B-8EF1-18F79A68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2619A-E5DD-4C14-96B4-2F7CF077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51450-174C-4382-9072-0CBA7F81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61CC-6FBE-4F93-A7A6-A12F0238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3E5C4-75AF-48FD-8ED1-705F0232E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EA779-E792-4A77-9675-E8723DF3F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08C5A-7AB7-4287-B0EE-6DC768A6F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DA6A1-514C-4812-878D-90DF59C8E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85A8CE-C998-4B04-9B20-876B9D9C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B85BB-355F-4CFE-8DCC-0D8BE854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8B05F-65C8-4CF3-A8D4-A55BBCF4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3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CD67C-F9B2-4D64-8BC4-2BDCCA2E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29C8C-6226-44FD-AFC1-0B45D165F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1BEF7-88AA-4C87-8CD1-CB885886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174A8-7CC4-4AD6-A6DC-D574B509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14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27F96-58CD-44AB-B18F-DB748B981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3CBB59-4D66-45A7-A261-23456D69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8CDFE-2981-45A7-B946-D42686C6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95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E8E4-CE9B-4C57-94DE-D8133417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1BF43-D959-47AB-B160-12C70807C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31ADC-AAAA-4C83-84BB-AC8882390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6A264-4A42-4A8B-BFCE-BE770A70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56A90-7DA6-4024-A3C4-20395F14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7933B-2B41-46C8-82FF-62A83DB0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4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48446-511D-4472-AE2A-8DEB020E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75F5C-CD1A-494C-B7DC-3AD2766AB7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62447-D66B-4DDE-A857-219303EFF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63880-F2A0-4C4A-A0AB-53B5280B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4E989-E667-4051-BED2-51457AD0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3268B-7FFF-4D5B-86FF-0E23C15F8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5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CE52-7979-42AE-9E5F-643ADCFF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3E2A4-49EE-401D-B650-B4395E2B9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72639-3E84-4B86-9660-03D07C5F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047D1-305D-405E-9ADF-4DE0D9EF5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B521F-B2D3-4AB5-BED9-D90E1BF6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62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A61EC1-8205-4838-A878-263D79FB2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CA95F-E103-4509-9E64-34722FD26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622F3-A864-4050-8E3E-B30CC2D9F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E391C-538A-4DF6-919B-162CDE83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D1034-3020-4D56-B78B-4812FFD4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3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3E583-4CE8-4BC5-9950-94648FC6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3EE39-5D88-49A4-8BB3-4682C105F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E58FE-399C-4041-B418-E72FF96F4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E93D1-A886-4283-88E5-38C80ABA3DB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FC744-E0C0-4606-AB22-69EEB8820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3319-0B0C-4154-B59A-F00BF73A9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C9EB7-E3BB-4822-BFF1-9078A0C8D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1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tos e imágenes de Pasaporte | Canva">
            <a:extLst>
              <a:ext uri="{FF2B5EF4-FFF2-40B4-BE49-F238E27FC236}">
                <a16:creationId xmlns:a16="http://schemas.microsoft.com/office/drawing/2014/main" id="{01B9B3F8-6DAD-40AC-985F-65A8799FBC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90" y="716147"/>
            <a:ext cx="3951605" cy="524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otos e imágenes de Pasaporte | Canva">
            <a:extLst>
              <a:ext uri="{FF2B5EF4-FFF2-40B4-BE49-F238E27FC236}">
                <a16:creationId xmlns:a16="http://schemas.microsoft.com/office/drawing/2014/main" id="{C5BB538F-6A4F-48B9-BA2A-6B89D936E0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660" y="716147"/>
            <a:ext cx="3951605" cy="524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391B2D-8F42-48CC-92A8-F540C1107E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72" t="1920" r="7618" b="3320"/>
          <a:stretch/>
        </p:blipFill>
        <p:spPr>
          <a:xfrm>
            <a:off x="1320128" y="2000641"/>
            <a:ext cx="2136078" cy="207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61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E391B2D-8F42-48CC-92A8-F540C1107E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72" t="1920" r="7618" b="3320"/>
          <a:stretch/>
        </p:blipFill>
        <p:spPr>
          <a:xfrm>
            <a:off x="1320128" y="2000641"/>
            <a:ext cx="2136078" cy="2074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75E30B-0832-47D4-AB82-E656C587D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60" y="242024"/>
            <a:ext cx="4769184" cy="66159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025F2F-9012-4AD5-A6FE-90C63517332B}"/>
              </a:ext>
            </a:extLst>
          </p:cNvPr>
          <p:cNvSpPr txBox="1"/>
          <p:nvPr/>
        </p:nvSpPr>
        <p:spPr>
          <a:xfrm>
            <a:off x="3598116" y="4399794"/>
            <a:ext cx="228145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Ramirez Mena</a:t>
            </a:r>
            <a:br>
              <a:rPr lang="en-US" sz="1400" dirty="0"/>
            </a:br>
            <a:br>
              <a:rPr lang="en-US" sz="300" dirty="0"/>
            </a:br>
            <a:r>
              <a:rPr lang="en-US" sz="1400" dirty="0"/>
              <a:t>Andre</a:t>
            </a:r>
            <a:br>
              <a:rPr lang="en-US" sz="1400" dirty="0"/>
            </a:br>
            <a:br>
              <a:rPr lang="en-US" sz="300" dirty="0"/>
            </a:br>
            <a:r>
              <a:rPr lang="en-US" sz="1400" dirty="0"/>
              <a:t>Mexican</a:t>
            </a:r>
            <a:br>
              <a:rPr lang="en-US" sz="1400" dirty="0"/>
            </a:br>
            <a:br>
              <a:rPr lang="en-US" sz="100" dirty="0"/>
            </a:br>
            <a:br>
              <a:rPr lang="en-US" sz="300" dirty="0"/>
            </a:br>
            <a:r>
              <a:rPr lang="en-US" sz="1400" dirty="0"/>
              <a:t>08/30/2015</a:t>
            </a:r>
            <a:br>
              <a:rPr lang="en-US" sz="1400" dirty="0"/>
            </a:b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483647-2809-469F-98F3-9DA2DDAF46D6}"/>
              </a:ext>
            </a:extLst>
          </p:cNvPr>
          <p:cNvSpPr txBox="1"/>
          <p:nvPr/>
        </p:nvSpPr>
        <p:spPr>
          <a:xfrm>
            <a:off x="3048505" y="5470685"/>
            <a:ext cx="609499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 M                             Guadalajara</a:t>
            </a:r>
            <a:br>
              <a:rPr lang="en-US" sz="1400" dirty="0"/>
            </a:br>
            <a:br>
              <a:rPr lang="en-US" sz="1200" dirty="0"/>
            </a:br>
            <a:r>
              <a:rPr lang="en-US" sz="1000" dirty="0"/>
              <a:t>                   </a:t>
            </a:r>
            <a:r>
              <a:rPr lang="en-US" sz="1100" dirty="0"/>
              <a:t>08/15/2026</a:t>
            </a:r>
            <a:br>
              <a:rPr lang="en-US" sz="1100" dirty="0"/>
            </a:br>
            <a:br>
              <a:rPr lang="en-US" sz="300" dirty="0"/>
            </a:br>
            <a:r>
              <a:rPr lang="en-US" sz="1100" dirty="0"/>
              <a:t>                   Never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FE3BE3-B871-4B34-80EE-6C894164332D}"/>
              </a:ext>
            </a:extLst>
          </p:cNvPr>
          <p:cNvSpPr txBox="1"/>
          <p:nvPr/>
        </p:nvSpPr>
        <p:spPr>
          <a:xfrm>
            <a:off x="1535502" y="6431560"/>
            <a:ext cx="5568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Andre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2224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tos e imágenes de Pasaporte | Canva">
            <a:extLst>
              <a:ext uri="{FF2B5EF4-FFF2-40B4-BE49-F238E27FC236}">
                <a16:creationId xmlns:a16="http://schemas.microsoft.com/office/drawing/2014/main" id="{01B9B3F8-6DAD-40AC-985F-65A8799FBC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780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otos e imágenes de Pasaporte | Canva">
            <a:extLst>
              <a:ext uri="{FF2B5EF4-FFF2-40B4-BE49-F238E27FC236}">
                <a16:creationId xmlns:a16="http://schemas.microsoft.com/office/drawing/2014/main" id="{C5BB538F-6A4F-48B9-BA2A-6B89D936E0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28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132321-2F7E-4A46-AA5E-20A8E6D8E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822" y="2006193"/>
            <a:ext cx="2409949" cy="25052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0209664-0B8E-4D4A-AAC4-48CA4AE3C012}"/>
              </a:ext>
            </a:extLst>
          </p:cNvPr>
          <p:cNvSpPr/>
          <p:nvPr/>
        </p:nvSpPr>
        <p:spPr>
          <a:xfrm rot="20158841">
            <a:off x="1738129" y="3474400"/>
            <a:ext cx="1396225" cy="317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27 Aug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4CB1E0-E74B-43F5-918F-5DA269D71115}"/>
              </a:ext>
            </a:extLst>
          </p:cNvPr>
          <p:cNvSpPr/>
          <p:nvPr/>
        </p:nvSpPr>
        <p:spPr>
          <a:xfrm>
            <a:off x="4834990" y="2326802"/>
            <a:ext cx="30150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Niagara falls</a:t>
            </a:r>
          </a:p>
        </p:txBody>
      </p:sp>
    </p:spTree>
    <p:extLst>
      <p:ext uri="{BB962C8B-B14F-4D97-AF65-F5344CB8AC3E}">
        <p14:creationId xmlns:p14="http://schemas.microsoft.com/office/powerpoint/2010/main" val="129375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tos e imágenes de Pasaporte | Canva">
            <a:extLst>
              <a:ext uri="{FF2B5EF4-FFF2-40B4-BE49-F238E27FC236}">
                <a16:creationId xmlns:a16="http://schemas.microsoft.com/office/drawing/2014/main" id="{01B9B3F8-6DAD-40AC-985F-65A8799FBC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780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otos e imágenes de Pasaporte | Canva">
            <a:extLst>
              <a:ext uri="{FF2B5EF4-FFF2-40B4-BE49-F238E27FC236}">
                <a16:creationId xmlns:a16="http://schemas.microsoft.com/office/drawing/2014/main" id="{C5BB538F-6A4F-48B9-BA2A-6B89D936E0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28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4CB1E0-E74B-43F5-918F-5DA269D71115}"/>
              </a:ext>
            </a:extLst>
          </p:cNvPr>
          <p:cNvSpPr/>
          <p:nvPr/>
        </p:nvSpPr>
        <p:spPr>
          <a:xfrm>
            <a:off x="4821029" y="2583095"/>
            <a:ext cx="301504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079BB2-4DE5-46BD-AF69-BF2441DE5D4A}"/>
              </a:ext>
            </a:extLst>
          </p:cNvPr>
          <p:cNvSpPr/>
          <p:nvPr/>
        </p:nvSpPr>
        <p:spPr>
          <a:xfrm>
            <a:off x="772541" y="2583095"/>
            <a:ext cx="301504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Safari</a:t>
            </a:r>
          </a:p>
        </p:txBody>
      </p:sp>
    </p:spTree>
    <p:extLst>
      <p:ext uri="{BB962C8B-B14F-4D97-AF65-F5344CB8AC3E}">
        <p14:creationId xmlns:p14="http://schemas.microsoft.com/office/powerpoint/2010/main" val="403114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tos e imágenes de Pasaporte | Canva">
            <a:extLst>
              <a:ext uri="{FF2B5EF4-FFF2-40B4-BE49-F238E27FC236}">
                <a16:creationId xmlns:a16="http://schemas.microsoft.com/office/drawing/2014/main" id="{01B9B3F8-6DAD-40AC-985F-65A8799FBC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780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otos e imágenes de Pasaporte | Canva">
            <a:extLst>
              <a:ext uri="{FF2B5EF4-FFF2-40B4-BE49-F238E27FC236}">
                <a16:creationId xmlns:a16="http://schemas.microsoft.com/office/drawing/2014/main" id="{C5BB538F-6A4F-48B9-BA2A-6B89D936E0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28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4CB1E0-E74B-43F5-918F-5DA269D71115}"/>
              </a:ext>
            </a:extLst>
          </p:cNvPr>
          <p:cNvSpPr/>
          <p:nvPr/>
        </p:nvSpPr>
        <p:spPr>
          <a:xfrm>
            <a:off x="4876870" y="1926961"/>
            <a:ext cx="301504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Fort George Historic Site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079BB2-4DE5-46BD-AF69-BF2441DE5D4A}"/>
              </a:ext>
            </a:extLst>
          </p:cNvPr>
          <p:cNvSpPr/>
          <p:nvPr/>
        </p:nvSpPr>
        <p:spPr>
          <a:xfrm>
            <a:off x="758581" y="2136338"/>
            <a:ext cx="301504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Niagara on the Lake</a:t>
            </a:r>
          </a:p>
        </p:txBody>
      </p:sp>
    </p:spTree>
    <p:extLst>
      <p:ext uri="{BB962C8B-B14F-4D97-AF65-F5344CB8AC3E}">
        <p14:creationId xmlns:p14="http://schemas.microsoft.com/office/powerpoint/2010/main" val="25738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tos e imágenes de Pasaporte | Canva">
            <a:extLst>
              <a:ext uri="{FF2B5EF4-FFF2-40B4-BE49-F238E27FC236}">
                <a16:creationId xmlns:a16="http://schemas.microsoft.com/office/drawing/2014/main" id="{01B9B3F8-6DAD-40AC-985F-65A8799FBC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780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otos e imágenes de Pasaporte | Canva">
            <a:extLst>
              <a:ext uri="{FF2B5EF4-FFF2-40B4-BE49-F238E27FC236}">
                <a16:creationId xmlns:a16="http://schemas.microsoft.com/office/drawing/2014/main" id="{C5BB538F-6A4F-48B9-BA2A-6B89D936E0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28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4CB1E0-E74B-43F5-918F-5DA269D71115}"/>
              </a:ext>
            </a:extLst>
          </p:cNvPr>
          <p:cNvSpPr/>
          <p:nvPr/>
        </p:nvSpPr>
        <p:spPr>
          <a:xfrm>
            <a:off x="4876870" y="1926961"/>
            <a:ext cx="30150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Bird Kingdom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079BB2-4DE5-46BD-AF69-BF2441DE5D4A}"/>
              </a:ext>
            </a:extLst>
          </p:cNvPr>
          <p:cNvSpPr/>
          <p:nvPr/>
        </p:nvSpPr>
        <p:spPr>
          <a:xfrm>
            <a:off x="758581" y="2136338"/>
            <a:ext cx="30150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Welland Canal</a:t>
            </a:r>
          </a:p>
        </p:txBody>
      </p:sp>
    </p:spTree>
    <p:extLst>
      <p:ext uri="{BB962C8B-B14F-4D97-AF65-F5344CB8AC3E}">
        <p14:creationId xmlns:p14="http://schemas.microsoft.com/office/powerpoint/2010/main" val="106449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tos e imágenes de Pasaporte | Canva">
            <a:extLst>
              <a:ext uri="{FF2B5EF4-FFF2-40B4-BE49-F238E27FC236}">
                <a16:creationId xmlns:a16="http://schemas.microsoft.com/office/drawing/2014/main" id="{01B9B3F8-6DAD-40AC-985F-65A8799FBC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780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otos e imágenes de Pasaporte | Canva">
            <a:extLst>
              <a:ext uri="{FF2B5EF4-FFF2-40B4-BE49-F238E27FC236}">
                <a16:creationId xmlns:a16="http://schemas.microsoft.com/office/drawing/2014/main" id="{C5BB538F-6A4F-48B9-BA2A-6B89D936E0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28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079BB2-4DE5-46BD-AF69-BF2441DE5D4A}"/>
              </a:ext>
            </a:extLst>
          </p:cNvPr>
          <p:cNvSpPr/>
          <p:nvPr/>
        </p:nvSpPr>
        <p:spPr>
          <a:xfrm>
            <a:off x="4862911" y="2296909"/>
            <a:ext cx="30150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Clifton Hill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097A27-9C43-4685-9F56-845CB5662EF4}"/>
              </a:ext>
            </a:extLst>
          </p:cNvPr>
          <p:cNvSpPr/>
          <p:nvPr/>
        </p:nvSpPr>
        <p:spPr>
          <a:xfrm>
            <a:off x="796044" y="2583095"/>
            <a:ext cx="307794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Whirlpool</a:t>
            </a:r>
          </a:p>
        </p:txBody>
      </p:sp>
    </p:spTree>
    <p:extLst>
      <p:ext uri="{BB962C8B-B14F-4D97-AF65-F5344CB8AC3E}">
        <p14:creationId xmlns:p14="http://schemas.microsoft.com/office/powerpoint/2010/main" val="172183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tos e imágenes de Pasaporte | Canva">
            <a:extLst>
              <a:ext uri="{FF2B5EF4-FFF2-40B4-BE49-F238E27FC236}">
                <a16:creationId xmlns:a16="http://schemas.microsoft.com/office/drawing/2014/main" id="{01B9B3F8-6DAD-40AC-985F-65A8799FBC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780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otos e imágenes de Pasaporte | Canva">
            <a:extLst>
              <a:ext uri="{FF2B5EF4-FFF2-40B4-BE49-F238E27FC236}">
                <a16:creationId xmlns:a16="http://schemas.microsoft.com/office/drawing/2014/main" id="{C5BB538F-6A4F-48B9-BA2A-6B89D936E0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28" y="885780"/>
            <a:ext cx="3951605" cy="52412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079BB2-4DE5-46BD-AF69-BF2441DE5D4A}"/>
              </a:ext>
            </a:extLst>
          </p:cNvPr>
          <p:cNvSpPr/>
          <p:nvPr/>
        </p:nvSpPr>
        <p:spPr>
          <a:xfrm>
            <a:off x="4821031" y="2220128"/>
            <a:ext cx="30150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Water Park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D9CE5-DF6F-4BBC-9C6F-82E187083CA0}"/>
              </a:ext>
            </a:extLst>
          </p:cNvPr>
          <p:cNvSpPr/>
          <p:nvPr/>
        </p:nvSpPr>
        <p:spPr>
          <a:xfrm>
            <a:off x="800459" y="2220128"/>
            <a:ext cx="30150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Nickel Beach</a:t>
            </a:r>
          </a:p>
        </p:txBody>
      </p:sp>
    </p:spTree>
    <p:extLst>
      <p:ext uri="{BB962C8B-B14F-4D97-AF65-F5344CB8AC3E}">
        <p14:creationId xmlns:p14="http://schemas.microsoft.com/office/powerpoint/2010/main" val="2881298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Peralta Gutierrez</dc:creator>
  <cp:lastModifiedBy>Carlos Peralta Gutierrez</cp:lastModifiedBy>
  <cp:revision>4</cp:revision>
  <dcterms:created xsi:type="dcterms:W3CDTF">2026-08-15T17:38:27Z</dcterms:created>
  <dcterms:modified xsi:type="dcterms:W3CDTF">2026-08-15T18:12:23Z</dcterms:modified>
</cp:coreProperties>
</file>
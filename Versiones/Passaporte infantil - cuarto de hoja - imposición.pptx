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8693d27de4ff7" /><Relationship Type="http://schemas.openxmlformats.org/officeDocument/2006/relationships/extended-properties" Target="/docProps/app.xml" Id="Rc50df293a802404f" /><Relationship Type="http://schemas.openxmlformats.org/officeDocument/2006/relationships/officeDocument" Target="/ppt/presentation.xml" Id="Rec660847ef32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28c6a598348b3"/>
  </p:sldMasterIdLst>
  <p:notesMasterIdLst>
    <p:notesMasterId xmlns:r="http://schemas.openxmlformats.org/officeDocument/2006/relationships" r:id="R6443965007954c45"/>
  </p:notesMasterIdLst>
  <p:sldIdLst>
    <p:sldId xmlns:r="http://schemas.openxmlformats.org/officeDocument/2006/relationships" id="256" r:id="R2e88987498e24212"/>
    <p:sldId xmlns:r="http://schemas.openxmlformats.org/officeDocument/2006/relationships" id="257" r:id="Rdc77b88ae2bf4491"/>
    <p:sldId xmlns:r="http://schemas.openxmlformats.org/officeDocument/2006/relationships" id="258" r:id="Rbb1c19e880a84ff3"/>
    <p:sldId xmlns:r="http://schemas.openxmlformats.org/officeDocument/2006/relationships" id="259" r:id="R66a5ee43f50f495f"/>
    <p:sldId xmlns:r="http://schemas.openxmlformats.org/officeDocument/2006/relationships" id="260" r:id="R7f0b18e1105849b3"/>
    <p:sldId xmlns:r="http://schemas.openxmlformats.org/officeDocument/2006/relationships" id="261" r:id="R226543972a2141b6"/>
  </p:sldIdLst>
  <p:sldSz cx="10058400" cy="7772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372b7040b4896" /><Relationship Type="http://schemas.openxmlformats.org/officeDocument/2006/relationships/slideMaster" Target="/ppt/slideMasters/slideMaster1.xml" Id="R3a028c6a598348b3" /><Relationship Type="http://schemas.openxmlformats.org/officeDocument/2006/relationships/notesMaster" Target="/ppt/notesMasters/notesMaster1.xml" Id="R6443965007954c45" /><Relationship Type="http://schemas.openxmlformats.org/officeDocument/2006/relationships/presProps" Target="/ppt/presProps.xml" Id="R7adff1eb57e844a9" /><Relationship Type="http://schemas.openxmlformats.org/officeDocument/2006/relationships/tableStyles" Target="/ppt/tableStyles.xml" Id="Rb93648fadf75414d" /><Relationship Type="http://schemas.openxmlformats.org/officeDocument/2006/relationships/slide" Target="/ppt/slides/slide1.xml" Id="R2e88987498e24212" /><Relationship Type="http://schemas.openxmlformats.org/officeDocument/2006/relationships/slide" Target="/ppt/slides/slide2.xml" Id="Rdc77b88ae2bf4491" /><Relationship Type="http://schemas.openxmlformats.org/officeDocument/2006/relationships/slide" Target="/ppt/slides/slide3.xml" Id="Rbb1c19e880a84ff3" /><Relationship Type="http://schemas.openxmlformats.org/officeDocument/2006/relationships/slide" Target="/ppt/slides/slide4.xml" Id="R66a5ee43f50f495f" /><Relationship Type="http://schemas.openxmlformats.org/officeDocument/2006/relationships/slide" Target="/ppt/slides/slide5.xml" Id="R7f0b18e1105849b3" /><Relationship Type="http://schemas.openxmlformats.org/officeDocument/2006/relationships/slide" Target="/ppt/slides/slide6.xml" Id="R226543972a21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784de7b55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2735c6d2d14604" /><Relationship Type="http://schemas.openxmlformats.org/officeDocument/2006/relationships/notesMaster" Target="/ppt/notesMasters/notesMaster1.xml" Id="R418a3843d9e44c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891bdd16d49ee" /><Relationship Type="http://schemas.openxmlformats.org/officeDocument/2006/relationships/notesMaster" Target="/ppt/notesMasters/notesMaster1.xml" Id="R673bafe570ee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ac6854a06a4e31" /><Relationship Type="http://schemas.openxmlformats.org/officeDocument/2006/relationships/notesMaster" Target="/ppt/notesMasters/notesMaster1.xml" Id="R5345bc9ab45d46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79ecdd3464089" /><Relationship Type="http://schemas.openxmlformats.org/officeDocument/2006/relationships/notesMaster" Target="/ppt/notesMasters/notesMaster1.xml" Id="R5a2d5d134914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6c701c37da49cd" /><Relationship Type="http://schemas.openxmlformats.org/officeDocument/2006/relationships/notesMaster" Target="/ppt/notesMasters/notesMaster1.xml" Id="R1c836c6a09774c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b077718334478" /><Relationship Type="http://schemas.openxmlformats.org/officeDocument/2006/relationships/notesMaster" Target="/ppt/notesMasters/notesMaster1.xml" Id="R3d5d26254ecf47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ef64fa6794c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f52680ce5487e" /><Relationship Type="http://schemas.openxmlformats.org/officeDocument/2006/relationships/slideLayout" Target="/ppt/slideLayouts/slideLayout1.xml" Id="R895af1a78ee146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af1a78ee146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bf3e06e7e4ed6" /><Relationship Type="http://schemas.openxmlformats.org/officeDocument/2006/relationships/notesSlide" Target="/ppt/notesSlides/notesSlide1.xml" Id="R337b11f4fb154f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23fb08764f50" /><Relationship Type="http://schemas.openxmlformats.org/officeDocument/2006/relationships/notesSlide" Target="/ppt/notesSlides/notesSlide2.xml" Id="Rc71bd405d98e4d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74446607a43e5" /><Relationship Type="http://schemas.openxmlformats.org/officeDocument/2006/relationships/notesSlide" Target="/ppt/notesSlides/notesSlide3.xml" Id="R495a171c77eb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86a797b464af8" /><Relationship Type="http://schemas.openxmlformats.org/officeDocument/2006/relationships/notesSlide" Target="/ppt/notesSlides/notesSlide4.xml" Id="R85f47f3e18b04d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9b7d73e346c3" /><Relationship Type="http://schemas.openxmlformats.org/officeDocument/2006/relationships/notesSlide" Target="/ppt/notesSlides/notesSlide5.xml" Id="R150e4538c38c4e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b62076424a9e" /><Relationship Type="http://schemas.openxmlformats.org/officeDocument/2006/relationships/notesSlide" Target="/ppt/notesSlides/notesSlide6.xml" Id="R855bc6d9b0d045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35EBA-2810-4C57-98A6-B7320436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1 • FRENTE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43294-1AAA-4A59-96C5-5BC19F7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C264B-4276-403A-93A5-9BC969A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66948-2A38-414F-8B6D-E8DD4144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D971D-6F7F-46CA-8BEB-1902478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45167-15E5-4F46-8C80-6FE15E78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Water 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E33BA-D27F-4C99-8857-7454718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Prepárate para mojarte y divertirte.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FBBCB-3056-42E6-AC45-0C712B6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0176E-678D-4556-A82D-9D188BA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E293D-3A01-4258-8603-705A2D0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3892B-1FE9-48B9-8BB0-7FDC61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EC5E7-AC24-4068-AEF5-2B19A7D2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51C0E-5FAC-42F4-8430-19B4384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1F0A7-AD56-471B-925F-8A754EB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D5104-ED53-45FD-A90B-C7635DD0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E67CF-5E9D-4704-9876-C8C4CBA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14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4D"/>
                </a:solidFill>
              </a:defRPr>
            </a:pPr>
            <a:r>
              <a:rPr sz="2025" b="1">
                <a:solidFill>
                  <a:srgbClr val="173B4D"/>
                </a:solidFill>
              </a:rPr>
              <a:t>MI PASAPORTE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8E22-F669-4DAA-B55F-CAF67C0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954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2F32"/>
                </a:solidFill>
              </a:defRPr>
            </a:pPr>
            <a:r>
              <a:rPr sz="1050" b="1">
                <a:solidFill>
                  <a:srgbClr val="D52F32"/>
                </a:solidFill>
              </a:rPr>
              <a:t>AVENTURAS EN CANADÁ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1630D-CC8E-49B3-B703-3D959376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430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D52F32"/>
                </a:solidFill>
              </a:defRPr>
            </a:pPr>
            <a:r>
              <a:rPr sz="3150" b="0">
                <a:solidFill>
                  <a:srgbClr val="D52F32"/>
                </a:solidFill>
              </a:rPr>
              <a:t>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17CBF-2748-45D8-AC3B-2C1E63B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4D"/>
                </a:solidFill>
              </a:defRPr>
            </a:pPr>
            <a:r>
              <a:rPr sz="1275" b="1">
                <a:solidFill>
                  <a:srgbClr val="173B4D"/>
                </a:solidFill>
              </a:rPr>
              <a:t>Nombre: ANDRÉS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3060E-A660-40EF-BAB0-208B6B6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35509-5CB3-4610-94F6-D6A0357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8A7CB-A0EE-437E-B625-B2338B78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DATOS DEL VIAJERO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78ED4-912B-4D9B-99AF-D5F61A0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Nombre: Andrés</a:t>
            </a:r>
          </a:p>
          <a:p xmlns:a="http://schemas.openxmlformats.org/drawingml/2006/main"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País: México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B6C76-CB5D-40AC-A964-A4377BF4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¡Listo para explorar!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E9674-30C7-4F31-A162-9F106922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D8671-4ECE-4C47-A9BA-2351B06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B2D0A-5057-4132-A1B9-0D7286A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Nickel Beach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F782D-2C0E-46FA-9177-0EC00C4A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Juega, camina y disfruta la playa.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83423-5410-45BC-8901-E1E82C2A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BA481-0F70-46F8-87B4-6E63D64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B44E8-6B55-4A91-B164-C28083D6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BE5CD-A239-499A-9C0E-2D8175B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35A21-E2BD-4B1E-AFAA-A99A199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B300E-1252-4722-8B85-E78BB7EF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307000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1ACCF-16A5-4B18-BB56-222D344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1 • REVERSO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9FA73-E1A9-4352-8D36-37902527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C9BFD-F735-40C3-8320-98B7D69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C7258-A1DC-400A-8297-8D2D3304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A9301-DF96-4802-902C-4A4332B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1FAA8-4525-4324-B630-EA78819B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Nickel Beach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1413-BEFB-461D-83C7-61C9D3B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Juega, camina y disfruta la playa.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30CA-E034-4131-A6F5-F7DDDBCA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BE4B0-E20B-4F73-9509-29768147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61CD3-8A96-4F5E-BB10-E3F1382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D6318-B7DB-41BB-9945-5C51DA4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F2B2A-A8B5-4D4D-A7AC-C372151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1AF0E-829F-4761-A11B-CA5901CB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8F16E-CE61-4A80-9331-618F16C2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B0C68-9B53-4EED-98A0-C28C4978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7873E-2520-40FA-ADC8-26C422B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715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4D"/>
                </a:solidFill>
              </a:defRPr>
            </a:pPr>
            <a:r>
              <a:rPr sz="1575" b="1">
                <a:solidFill>
                  <a:srgbClr val="173B4D"/>
                </a:solidFill>
              </a:rPr>
              <a:t>DATOS DEL VIAJERO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ABB37-08CC-4315-9B3A-81D1CADD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47825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Nombre: Andrés</a:t>
            </a:r>
          </a:p>
          <a:p xmlns:a="http://schemas.openxmlformats.org/drawingml/2006/main">
            <a:pPr algn="l">
              <a:defRPr sz="1350" b="1">
                <a:solidFill>
                  <a:srgbClr val="173B4D"/>
                </a:solidFill>
              </a:defRPr>
            </a:pPr>
            <a:r>
              <a:rPr sz="1350" b="1">
                <a:solidFill>
                  <a:srgbClr val="173B4D"/>
                </a:solidFill>
              </a:rPr>
              <a:t>País: México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0CFE4-0CE5-4EAD-8ED7-59725B9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¡Listo para explorar!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E76E0-C5D4-4CBD-AFD1-2AE53BAD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5B44C-D8B2-4E4D-B02D-DBA89FF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6C54B-2631-45D4-9CB9-34310EB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4D"/>
                </a:solidFill>
              </a:defRPr>
            </a:pPr>
            <a:r>
              <a:rPr sz="2025" b="1">
                <a:solidFill>
                  <a:srgbClr val="173B4D"/>
                </a:solidFill>
              </a:rPr>
              <a:t>MI PASAPORTE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80986-D108-4927-A8AC-13D4E99C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2F32"/>
                </a:solidFill>
              </a:defRPr>
            </a:pPr>
            <a:r>
              <a:rPr sz="1050" b="1">
                <a:solidFill>
                  <a:srgbClr val="D52F32"/>
                </a:solidFill>
              </a:rPr>
              <a:t>AVENTURAS EN CANADÁ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00382-2810-43AB-9EBF-D693483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D52F32"/>
                </a:solidFill>
              </a:defRPr>
            </a:pPr>
            <a:r>
              <a:rPr sz="3150" b="0">
                <a:solidFill>
                  <a:srgbClr val="D52F32"/>
                </a:solidFill>
              </a:rPr>
              <a:t>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7C05F-22F5-4237-B305-A41010E4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4D"/>
                </a:solidFill>
              </a:defRPr>
            </a:pPr>
            <a:r>
              <a:rPr sz="1275" b="1">
                <a:solidFill>
                  <a:srgbClr val="173B4D"/>
                </a:solidFill>
              </a:rPr>
              <a:t>Nombre: ANDRÉS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F6F0F-26E7-43D0-8AB2-446A822D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9D347-F0A7-4579-8D05-D3B53B3D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E1E99-7E3C-439A-9B3C-7F1F4CF0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Water Park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B7667-BE72-482B-91BA-71200009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Prepárate para mojarte y divertirte.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1892F-84C5-4E67-81D0-190207C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3AC55-C139-4DC1-B4D2-B1E700AB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911DC-4D42-44AA-8B43-9070D80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25594-CB76-4957-9267-193EB40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E51FC-7CB3-429E-AA3A-0E64C1B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51E7E3-F70B-4BFA-A7D7-BD5A474A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348331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A2ED56-C092-4764-9C0A-734B87E5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2 • FRENTE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4C6C8-42C8-4F19-AAFC-AABCC01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D855A-B7B7-42AE-9A32-73C8027F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171C3-E0D6-4E55-9AE1-8FB4ABC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0FE90-07D4-4FDB-A779-E05E3AB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EA82D-863D-4BEB-8CCC-ED95B111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Clifton Hill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F2FE-B34C-4AF2-A624-0A6CA12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Elige tu atracción favorita.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BD2DF-C430-4D89-9BBC-A35C56A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14AE2-02CB-449A-BF18-74DB0111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786F0-1AF7-41DC-BF9C-2F7D306D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7FD89-4857-4FBB-B992-8C1BCE4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EFED8-5F12-45AF-A4A9-E29A4393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43399-4CD6-4E46-B29F-ED9A821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E716C-258E-4D75-B2E7-3250089A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8F52D-0431-4054-87D2-5644CD9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B9A09-DB2D-4EBE-B965-790C40FF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Cataratas del Niágara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8714D-82BB-43C7-BB0D-44D99A3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Mira el agua caer y encuentra tu mejor vista.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9FB85-6F45-4DD0-9D10-D909E75F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C5C59-4516-4F9A-B347-9CCC910F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42C74-760E-45F5-BF2C-2EF05506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D435A-DABE-440C-8BD5-1E87D75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87E62-B033-4D65-A699-556844D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9881C-B55C-4BBD-BCDE-7D62CAE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6988A-D586-4F14-85AF-804FCA34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EF42F-1994-4A62-A201-19622A8F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116AD-8B1A-4B6B-A4B6-09333477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ROM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ED424-B010-4092-B4A8-E3D33051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Descubre algo nuevo en el museo.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4D50F-544E-4337-B0B0-C410C91B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D77E0-65FF-4DB9-9986-75C20A5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57EBD-D0A7-4492-A02C-3A3610A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D5B95-C2FF-42F2-B9F8-A3CF2A5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16078B-98B0-4A28-9559-AEA10DDC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C295B9-E5E4-4242-A843-CB6968F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2BCE8-6CD8-48D1-A61C-A9B00E6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800B65-5840-4824-8EBC-ED4488C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374A7-F49C-4E24-A152-2A0EFAF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Whirlpool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E0383-32CC-423A-81BE-AB701BE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Observa cómo gira el agua.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DDD882-F887-4FD4-8F55-8F39EB1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37D698-2A2D-47B8-9304-FCB5AB1B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FC0B7-9703-4480-9A08-BF09804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C749A-69B4-46B5-8788-B8E2386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8EB6AF-00D6-42C3-8E8A-C7E070DD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26E3C7-7A35-4C47-96F6-697D666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254634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B0A3A2-604E-4E96-B8A4-A0E282E3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2 • REVERSO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B921A-F928-4399-A943-5EAD3DC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B21D2-F440-4006-AF5D-E439945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1823F-E673-42CA-937A-853E222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B3997-191D-4660-A6C2-2AF67ED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0787-55EC-4534-B13E-912805A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Whirlpool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03689-3602-479C-B97A-D79B1C2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Observa cómo gira el agua.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5A4CF-E271-48C8-BDCD-8F1F3DC8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49CA6-30C5-4A2C-B6D6-8830032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47557-DF92-4B07-9F7D-6EDF0B24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3C8C0-4BF7-46F8-82FE-0D2BF6FA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06CE4-48FD-4A16-9D66-472292F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9FBA9-3060-416C-BEE5-555BBA7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FFF8D-4C2B-4DF2-A3E6-279074C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DFFA7-3F5C-47B5-92E1-1A7E23C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58A57-DECB-4D57-8A4A-7DF405C1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ROM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E534-F496-427A-867B-2CE3D2E6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Descubre algo nuevo en el museo.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54942-82C4-4520-80CB-153CFF18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334B6-8C4D-4882-AC0D-7717F970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BFB24-9F9B-4B3C-AF6E-23EB530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A9535-58F5-4AFC-B8C9-8B024AE1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2CA3B-D9BF-4325-B85B-3802EA9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8C534-740A-4C26-BAA1-5F471A30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B5A20-14ED-4DC5-BB5F-CDBB1724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3A993-CAD8-450E-9E7E-A2E8DFB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E858D-4582-4A71-98F5-CAB0849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Cataratas del Niágara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9C13B-177D-41A4-B4BB-05743F2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Mira el agua caer y encuentra tu mejor vista.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E0B14-E224-45DB-A088-9D105A04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94FBD-C14C-47F3-8480-4272B64C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FD326-ADE2-4ABC-B429-785E24CD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5843B-2D3A-4598-B523-BA038188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95D58-F0F7-4E9F-9B09-8AD1DADF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6220C-DAA4-4141-9B08-CF872D92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002F6-D04D-45B3-BC38-D63942A2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7F11F6-8EF0-4C40-959D-F0029672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C422B-CEC9-4346-B2AA-208C83A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Clifton Hill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3EAA36-CEB7-49EC-ACF3-0BA4CE0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Elige tu atracción favorita.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E33E0E-E071-4E35-9DBB-B8311D92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2D12FF-41B5-4463-9ED3-05CECE2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62E55E-FFA7-4EC3-87EB-D7655A2B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03A694-DF74-4795-BAD5-4E6A3CC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A42782-8AA1-47B8-8836-BF2E9855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E15DC3-A117-4D13-B8DE-7A87323C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5073241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5D5147-00B7-4256-88EA-6BA2B4A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3 • FRENTE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0258C-DF18-4B07-AEDA-EC18910B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3BF3C-C112-4416-B945-5A08DEFF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C3A00-514A-4381-B3F1-BF8C0ADA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D1C3-F400-4DEE-BBAC-B4A5EA5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E48C4-B482-492D-A618-25FA1E0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Bird Kingdom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7B8C2-C5C9-4351-8515-4A6A969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Conoce un ave sorprendente.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2AA06-FFD6-4B3D-A1DC-FEEBB0E9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72C16-38C9-4405-BCBB-B10F1E2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9F60D-9DE0-4B22-B92F-BA9DF460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9AE99-1D47-421B-B0FF-7E7655A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0C167-2974-4BFF-95EE-523DB2F3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6167F-0AF7-41FC-AF13-A835FF60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37025-CEB5-429B-BC7E-5067401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3D814-BF5F-4341-A145-C87CD1B9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81236-57DC-45DA-A411-F4B8ED55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Safari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EC6B9-92C8-4673-953D-06C7ACE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Busca animales y elige tu favorito.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A1B83-3E8A-40CA-8BBA-A14AFCA7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73C89-693B-4E9D-BF2C-57C4705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A0F8C-C4F1-438B-AC13-889174C9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06879-23A8-4178-9638-B5C3D738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09E02-C536-42CA-B3C1-1953DA1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EC51E-75D3-4636-88E6-EBBC7DF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112CA-0FAB-4352-B9FE-795F8E33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DD3A4-4378-480E-B511-A659E25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F4677-7B9E-4BFD-8CA5-B2FB4DF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Niagara-on-the-Lake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5DD9D-6CC8-4966-9BB5-0EDD7D27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Pasea y descubre un rincón bonito.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B0BFAE-577B-4EC9-8F9B-02AB8AE6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31D54-5554-406D-8050-C0E0AFB4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1F0E5-F8CF-4116-A276-74B0B48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27EC0-079D-48A9-96F6-4E306D1F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7AD86-E00F-4A6C-B7A0-800F5C49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D62751-BC2B-4800-9FF1-98E43EF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C6880-7F0A-48B5-AA2E-31229A6A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22A7E2-F9CD-415C-86EA-61945400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0CEC32-A2E4-4800-A766-32ACDED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Fort George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81274-6418-4846-B26E-D533DED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Viaja al pasado y encuentra una historia.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1A2DF6-3DC5-437A-8DFE-3E396793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F20D2A-9003-4964-B624-D264EE0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E3017-FA8A-44FE-A52E-A77A829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EB6B0E-7B05-43F9-BD45-20F3FB93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58EA95-8BF4-443F-A762-1B16BC0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89BDFD-B6F2-438E-A87C-CB3EC5F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1591155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49E5F4-D0B7-49FA-A937-C9369B0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"/>
            <a:ext cx="948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HOJA 3 • REVERSO • cortar por las líneas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DC9C2-4BE9-40A5-B77B-D38DEFE7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"/>
            <a:ext cx="0" cy="69723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04C50-028A-45B1-B874-DE6D21B3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9486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B8A8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7BABD-B538-4690-BF02-4C915E1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FE83-43F6-4431-876E-834C1E4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1CA4D-C660-4BCA-955F-4B39BC13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Fort George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768D6-C97D-43A1-ADC5-78D5777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Viaja al pasado y encuentra una historia.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48ED4-0BBB-4AE4-AA51-1D5D6A8A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54FF4-10EA-4514-9A58-F184918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6B95-9855-4FB9-9E8E-E65B969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09FB7-9B16-46DD-B02A-0DFD143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68E45-B1E2-4D2A-B061-5DE621F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B71A8-78A0-4290-A30E-2952600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B7242-D6E4-4581-9BE2-F0058FF4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F3466-8570-471C-9C94-FA44661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17978-DEA9-4F1E-A198-A070ED2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97155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Niagara-on-the-Lake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CBB0F-F1D1-40AB-B12A-A216D0F3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573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Pasea y descubre un rincón bonito.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E6B67-2883-4FCA-8777-619AD36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A97AA-CE1C-484F-BA82-6D8673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FFE77-9BD3-40B5-84C9-C515120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3370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B8758-02AD-41A2-90C5-F87F55E6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889F0-7BCB-4F85-BFD2-90F0B265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90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0F027-A22D-432D-A8EF-371DABFD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96670-0E28-4AC5-B0F3-BA064AC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7E6D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D41BC-8588-4058-9073-66AC1D1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C3CD2-4DFB-424E-A3D9-E47CB36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Safari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EDAE3-1203-4274-AE67-DC52A16D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Busca animales y elige tu favorito.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7ED3F-BB8D-4FEF-B6D6-0CB5D2E4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8DE4A-4687-4268-BAC2-7B937C6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B84CE-EBF8-453B-8268-B8E8032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8CFAC-4C55-4CC5-B35E-836CE376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8DE90-3CF9-44FB-8F5C-B1753C0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D6C96-004D-4BAB-A0FF-9599A8E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71AEA-E353-4689-934A-DA7D971B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5720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5F2ED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12F703-26F4-4AE2-919D-C8F036BF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9100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2F32"/>
                </a:solidFill>
              </a:defRPr>
            </a:pPr>
            <a:r>
              <a:rPr sz="825" b="1">
                <a:solidFill>
                  <a:srgbClr val="D52F32"/>
                </a:solidFill>
              </a:rPr>
              <a:t>PÁGINA 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4E07A-94BB-433A-AB43-8EA98E84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10100"/>
            <a:ext cx="4229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4D"/>
                </a:solidFill>
              </a:defRPr>
            </a:pPr>
            <a:r>
              <a:rPr sz="1650" b="1">
                <a:solidFill>
                  <a:srgbClr val="173B4D"/>
                </a:solidFill>
              </a:rPr>
              <a:t>Bird Kingdom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F3DA0-0A86-4459-8350-A66D9E49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7891"/>
                </a:solidFill>
              </a:defRPr>
            </a:pPr>
            <a:r>
              <a:rPr sz="1125" b="0">
                <a:solidFill>
                  <a:srgbClr val="2D7891"/>
                </a:solidFill>
              </a:rPr>
              <a:t>Conoce un ave sorprendente.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D67663-3007-49C1-A8E7-7A05EC08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626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C6D6D9"/>
                </a:solidFill>
              </a:defRPr>
            </a:pPr>
            <a:r>
              <a:rPr sz="3375" b="1">
                <a:solidFill>
                  <a:srgbClr val="C6D6D9"/>
                </a:solidFill>
              </a:rPr>
              <a:t>PASSPORT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9AF647-BEDD-49E8-925F-555BAB3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9055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C6D6D9"/>
                </a:solidFill>
              </a:defRPr>
            </a:pPr>
            <a:r>
              <a:rPr sz="6900" b="0">
                <a:solidFill>
                  <a:srgbClr val="C6D6D9"/>
                </a:solidFill>
              </a:rPr>
              <a:t>◎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6F26E-F275-4D84-A5F5-93A2B791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72250"/>
            <a:ext cx="33813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9AAF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21513B-90C8-4079-8AD4-0A1BBA6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5151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2F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1E963-8075-44D8-B24F-FCE96B0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66294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WELCOME</a:t>
            </a:r>
          </a:p>
          <a:p xmlns:a="http://schemas.openxmlformats.org/drawingml/2006/main">
            <a:pPr algn="ctr">
              <a:defRPr sz="675" b="1">
                <a:solidFill>
                  <a:srgbClr val="D52F32"/>
                </a:solidFill>
              </a:defRPr>
            </a:pPr>
            <a:r>
              <a:rPr sz="675" b="1">
                <a:solidFill>
                  <a:srgbClr val="D52F32"/>
                </a:solidFill>
              </a:rPr>
              <a:t>CANADA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A8F06-EC22-4CA5-9482-FF7C5008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675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2F32"/>
                </a:solidFill>
              </a:defRPr>
            </a:pPr>
            <a:r>
              <a:rPr sz="900" b="1">
                <a:solidFill>
                  <a:srgbClr val="D52F32"/>
                </a:solidFill>
              </a:rPr>
              <a:t>SELLO  •  REALIZADO</a:t>
            </a:r>
          </a:p>
        </p:txBody>
      </p:sp>
    </p:spTree>
    <p:extLst>
      <p:ext uri="{BB962C8B-B14F-4D97-AF65-F5344CB8AC3E}">
        <p14:creationId xmlns:p14="http://schemas.microsoft.com/office/powerpoint/2010/main" val="1371423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2026-08-16T12:21:50.2800000Z</dcterms:created>
  <dcterms:modified xsi:type="dcterms:W3CDTF">2026-08-16T12:21:50.2800000Z</dcterms:modified>
</coreProperties>
</file>
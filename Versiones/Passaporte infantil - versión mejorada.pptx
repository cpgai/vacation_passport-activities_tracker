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0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4332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0E07EE-64B3-42A3-9B1C-08104F6D4F8F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258300" cy="6972300"/>
          </a:xfrm>
          <a:prstGeom prst="roundRect">
            <a:avLst>
              <a:gd name="adj" fmla="val 2186"/>
            </a:avLst>
          </a:prstGeom>
          <a:solidFill>
            <a:srgbClr val="F3C49F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5AEF5-1A46-45DD-A2DB-FB0E75C98315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7772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050" b="1">
                <a:solidFill>
                  <a:srgbClr val="173B4D"/>
                </a:solidFill>
              </a:defRPr>
            </a:pPr>
            <a:r>
              <a:rPr sz="4050" b="1">
                <a:solidFill>
                  <a:srgbClr val="173B4D"/>
                </a:solidFill>
              </a:rPr>
              <a:t>MI PASAPORTE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44CB05-06F5-41C0-BD88-151F98693646}"/>
              </a:ext>
            </a:extLst>
          </p:cNvPr>
          <p:cNvSpPr>
            <a:spLocks noGrp="1"/>
          </p:cNvSpPr>
          <p:nvPr/>
        </p:nvSpPr>
        <p:spPr>
          <a:xfrm>
            <a:off x="1238250" y="2038350"/>
            <a:ext cx="7581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D52F32"/>
                </a:solidFill>
              </a:defRPr>
            </a:pPr>
            <a:r>
              <a:rPr sz="2250" b="1">
                <a:solidFill>
                  <a:srgbClr val="D52F32"/>
                </a:solidFill>
              </a:rPr>
              <a:t>AVENTURAS EN CANADÁ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52750" y="3203785"/>
            <a:ext cx="1238250" cy="164105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67400" y="3203785"/>
            <a:ext cx="1238250" cy="16410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B18623-160F-40A2-B7FD-85E1600FE989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605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73B4D"/>
                </a:solidFill>
              </a:defRPr>
            </a:pPr>
            <a:r>
              <a:rPr sz="2100" b="1">
                <a:solidFill>
                  <a:srgbClr val="173B4D"/>
                </a:solidFill>
              </a:rPr>
              <a:t>Nombre: ANDRÉS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BA5DA-82C7-46EF-9D6E-85FBACEC4900}"/>
              </a:ext>
            </a:extLst>
          </p:cNvPr>
          <p:cNvSpPr>
            <a:spLocks noGrp="1"/>
          </p:cNvSpPr>
          <p:nvPr/>
        </p:nvSpPr>
        <p:spPr>
          <a:xfrm>
            <a:off x="1619250" y="6381750"/>
            <a:ext cx="6819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2D7891"/>
                </a:solidFill>
              </a:defRPr>
            </a:pPr>
            <a:r>
              <a:rPr sz="1425" b="0">
                <a:solidFill>
                  <a:srgbClr val="2D7891"/>
                </a:solidFill>
              </a:rPr>
              <a:t>Un sello por cada aventura completada</a:t>
            </a:r>
          </a:p>
        </p:txBody>
      </p:sp>
    </p:spTree>
    <p:extLst>
      <p:ext uri="{BB962C8B-B14F-4D97-AF65-F5344CB8AC3E}">
        <p14:creationId xmlns:p14="http://schemas.microsoft.com/office/powerpoint/2010/main" val="678440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FBF31-661E-457F-9E11-4004ADB2D06C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258300" cy="6972300"/>
          </a:xfrm>
          <a:prstGeom prst="roundRect">
            <a:avLst>
              <a:gd name="adj" fmla="val 2186"/>
            </a:avLst>
          </a:prstGeom>
          <a:solidFill>
            <a:srgbClr val="DCEFE8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57E81D-3D41-4489-84A2-340ADB860414}"/>
              </a:ext>
            </a:extLst>
          </p:cNvPr>
          <p:cNvSpPr>
            <a:spLocks noGrp="1"/>
          </p:cNvSpPr>
          <p:nvPr/>
        </p:nvSpPr>
        <p:spPr>
          <a:xfrm>
            <a:off x="1047750" y="819150"/>
            <a:ext cx="796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173B4D"/>
                </a:solidFill>
              </a:defRPr>
            </a:pPr>
            <a:r>
              <a:rPr sz="2550" b="1">
                <a:solidFill>
                  <a:srgbClr val="173B4D"/>
                </a:solidFill>
              </a:rPr>
              <a:t>DATOS DEL VIAJERO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1836906"/>
            <a:ext cx="2762250" cy="383188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D13F43-59B9-4011-B7BF-8AD17D2A6255}"/>
              </a:ext>
            </a:extLst>
          </p:cNvPr>
          <p:cNvSpPr>
            <a:spLocks noGrp="1"/>
          </p:cNvSpPr>
          <p:nvPr/>
        </p:nvSpPr>
        <p:spPr>
          <a:xfrm>
            <a:off x="4457700" y="1809750"/>
            <a:ext cx="4400550" cy="4000500"/>
          </a:xfrm>
          <a:prstGeom prst="roundRect">
            <a:avLst>
              <a:gd name="adj" fmla="val 3810"/>
            </a:avLst>
          </a:prstGeom>
          <a:solidFill>
            <a:srgbClr val="FFF9EF"/>
          </a:solidFill>
          <a:ln w="19050">
            <a:solidFill>
              <a:srgbClr val="2D789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0270E0-CE08-4D18-A6CB-4C567F2446AA}"/>
              </a:ext>
            </a:extLst>
          </p:cNvPr>
          <p:cNvSpPr>
            <a:spLocks noGrp="1"/>
          </p:cNvSpPr>
          <p:nvPr/>
        </p:nvSpPr>
        <p:spPr>
          <a:xfrm>
            <a:off x="4762500" y="2238375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Nombre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A50C9-5A3D-4C06-ACE2-C80A35DC74B8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73B4D"/>
                </a:solidFill>
              </a:defRPr>
            </a:pPr>
            <a:r>
              <a:rPr sz="2400" b="1">
                <a:solidFill>
                  <a:srgbClr val="173B4D"/>
                </a:solidFill>
              </a:rPr>
              <a:t>Andrés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F0A42F-076D-4A09-8343-53464B167000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País de origen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A31336-8772-47F6-ABF8-BEC2AA16D3F5}"/>
              </a:ext>
            </a:extLst>
          </p:cNvPr>
          <p:cNvSpPr>
            <a:spLocks noGrp="1"/>
          </p:cNvSpPr>
          <p:nvPr/>
        </p:nvSpPr>
        <p:spPr>
          <a:xfrm>
            <a:off x="4762500" y="3667125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73B4D"/>
                </a:solidFill>
              </a:defRPr>
            </a:pPr>
            <a:r>
              <a:rPr sz="2400" b="1">
                <a:solidFill>
                  <a:srgbClr val="173B4D"/>
                </a:solidFill>
              </a:rPr>
              <a:t>México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EB17F-8DB1-4E2C-8645-8C03773FB7AD}"/>
              </a:ext>
            </a:extLst>
          </p:cNvPr>
          <p:cNvSpPr>
            <a:spLocks noGrp="1"/>
          </p:cNvSpPr>
          <p:nvPr/>
        </p:nvSpPr>
        <p:spPr>
          <a:xfrm>
            <a:off x="4762500" y="44767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Regla del pasaporte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BD91A8-E217-485B-B157-60A422B9A252}"/>
              </a:ext>
            </a:extLst>
          </p:cNvPr>
          <p:cNvSpPr>
            <a:spLocks noGrp="1"/>
          </p:cNvSpPr>
          <p:nvPr/>
        </p:nvSpPr>
        <p:spPr>
          <a:xfrm>
            <a:off x="4762500" y="4810125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3B4D"/>
                </a:solidFill>
              </a:defRPr>
            </a:pPr>
            <a:r>
              <a:rPr sz="1725" b="1">
                <a:solidFill>
                  <a:srgbClr val="173B4D"/>
                </a:solidFill>
              </a:rPr>
              <a:t>¡Explorar, disfrutar y poner un sello!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CD0485-D5C6-4FCC-B27F-4DFEC50499B8}"/>
              </a:ext>
            </a:extLst>
          </p:cNvPr>
          <p:cNvSpPr>
            <a:spLocks noGrp="1"/>
          </p:cNvSpPr>
          <p:nvPr/>
        </p:nvSpPr>
        <p:spPr>
          <a:xfrm>
            <a:off x="342900" y="7334250"/>
            <a:ext cx="937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PASAPORTE DE ANDRÉS  •  02</a:t>
            </a:r>
          </a:p>
        </p:txBody>
      </p:sp>
    </p:spTree>
    <p:extLst>
      <p:ext uri="{BB962C8B-B14F-4D97-AF65-F5344CB8AC3E}">
        <p14:creationId xmlns:p14="http://schemas.microsoft.com/office/powerpoint/2010/main" val="955611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C9B207C-253A-47A6-808B-62CF7CB7883F}"/>
              </a:ext>
            </a:extLst>
          </p:cNvPr>
          <p:cNvSpPr>
            <a:spLocks noGrp="1"/>
          </p:cNvSpPr>
          <p:nvPr/>
        </p:nvSpPr>
        <p:spPr>
          <a:xfrm>
            <a:off x="5357593" y="518121"/>
            <a:ext cx="4105711" cy="6572249"/>
          </a:xfrm>
          <a:prstGeom prst="roundRect">
            <a:avLst>
              <a:gd name="adj" fmla="val 3738"/>
            </a:avLst>
          </a:prstGeom>
          <a:solidFill>
            <a:schemeClr val="bg1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1661C2-F65A-4E00-8B94-3763CEBD66A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105711" cy="6572249"/>
          </a:xfrm>
          <a:prstGeom prst="roundRect">
            <a:avLst>
              <a:gd name="adj" fmla="val 3738"/>
            </a:avLst>
          </a:prstGeom>
          <a:solidFill>
            <a:schemeClr val="bg1"/>
          </a:solidFill>
          <a:ln w="19050">
            <a:solidFill>
              <a:srgbClr val="173B4D"/>
            </a:solidFill>
            <a:prstDash val="solid"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>
            <a:alphaModFix amt="21000"/>
          </a:blip>
          <a:srcRect l="8561" t="6650" r="11570" b="11741"/>
          <a:stretch/>
        </p:blipFill>
        <p:spPr>
          <a:xfrm>
            <a:off x="619559" y="514350"/>
            <a:ext cx="4081247" cy="65722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ABB6CF5-255C-4C86-AC5A-B58DE79D9A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1000"/>
          </a:blip>
          <a:srcRect l="8561" t="6650" r="11570" b="11741"/>
          <a:stretch/>
        </p:blipFill>
        <p:spPr>
          <a:xfrm>
            <a:off x="5343089" y="527315"/>
            <a:ext cx="4105711" cy="6572248"/>
          </a:xfrm>
          <a:prstGeom prst="rect">
            <a:avLst/>
          </a:prstGeom>
          <a:noFill/>
        </p:spPr>
      </p:pic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90E6873-7B04-461F-87B1-F53AB9AA9BBC}"/>
              </a:ext>
            </a:extLst>
          </p:cNvPr>
          <p:cNvSpPr>
            <a:spLocks noGrp="1"/>
          </p:cNvSpPr>
          <p:nvPr/>
        </p:nvSpPr>
        <p:spPr>
          <a:xfrm>
            <a:off x="5029200" y="428625"/>
            <a:ext cx="0" cy="6810375"/>
          </a:xfrm>
          <a:prstGeom prst="line">
            <a:avLst/>
          </a:prstGeom>
          <a:ln w="19050">
            <a:solidFill>
              <a:srgbClr val="C9B8A8"/>
            </a:solidFill>
            <a:prstDash val="dash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7EFC6B-5AD6-43D9-BE3E-B33766493BE3}"/>
              </a:ext>
            </a:extLst>
          </p:cNvPr>
          <p:cNvSpPr>
            <a:spLocks noGrp="1"/>
          </p:cNvSpPr>
          <p:nvPr/>
        </p:nvSpPr>
        <p:spPr>
          <a:xfrm>
            <a:off x="933450" y="646439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400" b="1" dirty="0">
                <a:solidFill>
                  <a:srgbClr val="D52F32"/>
                </a:solidFill>
              </a:rPr>
              <a:t>AVENTURA 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FC8774-977F-4899-99B0-E7202074F771}"/>
              </a:ext>
            </a:extLst>
          </p:cNvPr>
          <p:cNvSpPr>
            <a:spLocks noGrp="1"/>
          </p:cNvSpPr>
          <p:nvPr/>
        </p:nvSpPr>
        <p:spPr>
          <a:xfrm>
            <a:off x="895350" y="1408047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800" b="1" dirty="0" err="1">
                <a:solidFill>
                  <a:srgbClr val="173B4D"/>
                </a:solidFill>
              </a:rPr>
              <a:t>Cataratas</a:t>
            </a:r>
            <a:r>
              <a:rPr sz="2800" b="1" dirty="0">
                <a:solidFill>
                  <a:srgbClr val="173B4D"/>
                </a:solidFill>
              </a:rPr>
              <a:t> del </a:t>
            </a:r>
            <a:r>
              <a:rPr sz="2800" b="1" dirty="0" err="1">
                <a:solidFill>
                  <a:srgbClr val="173B4D"/>
                </a:solidFill>
              </a:rPr>
              <a:t>Niágara</a:t>
            </a:r>
            <a:endParaRPr sz="2800" b="1" dirty="0">
              <a:solidFill>
                <a:srgbClr val="173B4D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530E7-F65B-43BD-A0F5-9202CDF914A0}"/>
              </a:ext>
            </a:extLst>
          </p:cNvPr>
          <p:cNvSpPr>
            <a:spLocks noGrp="1"/>
          </p:cNvSpPr>
          <p:nvPr/>
        </p:nvSpPr>
        <p:spPr>
          <a:xfrm>
            <a:off x="1039724" y="2852034"/>
            <a:ext cx="32084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2400" b="1" dirty="0">
                <a:solidFill>
                  <a:srgbClr val="2D7891"/>
                </a:solidFill>
              </a:rPr>
              <a:t>Mira </a:t>
            </a:r>
            <a:r>
              <a:rPr sz="2400" b="1" dirty="0" err="1">
                <a:solidFill>
                  <a:srgbClr val="2D7891"/>
                </a:solidFill>
              </a:rPr>
              <a:t>el</a:t>
            </a:r>
            <a:r>
              <a:rPr sz="2400" b="1" dirty="0">
                <a:solidFill>
                  <a:srgbClr val="2D7891"/>
                </a:solidFill>
              </a:rPr>
              <a:t> </a:t>
            </a:r>
            <a:r>
              <a:rPr sz="2400" b="1" dirty="0" err="1">
                <a:solidFill>
                  <a:srgbClr val="2D7891"/>
                </a:solidFill>
              </a:rPr>
              <a:t>agua</a:t>
            </a:r>
            <a:r>
              <a:rPr sz="2400" b="1" dirty="0">
                <a:solidFill>
                  <a:srgbClr val="2D7891"/>
                </a:solidFill>
              </a:rPr>
              <a:t> </a:t>
            </a:r>
            <a:r>
              <a:rPr sz="2400" b="1" dirty="0" err="1">
                <a:solidFill>
                  <a:srgbClr val="2D7891"/>
                </a:solidFill>
              </a:rPr>
              <a:t>caer</a:t>
            </a:r>
            <a:r>
              <a:rPr sz="2400" b="1" dirty="0">
                <a:solidFill>
                  <a:srgbClr val="2D7891"/>
                </a:solidFill>
              </a:rPr>
              <a:t> y </a:t>
            </a:r>
            <a:r>
              <a:rPr sz="2400" b="1" dirty="0" err="1">
                <a:solidFill>
                  <a:srgbClr val="2D7891"/>
                </a:solidFill>
              </a:rPr>
              <a:t>encuentra</a:t>
            </a:r>
            <a:r>
              <a:rPr sz="2400" b="1" dirty="0">
                <a:solidFill>
                  <a:srgbClr val="2D7891"/>
                </a:solidFill>
              </a:rPr>
              <a:t> </a:t>
            </a:r>
            <a:r>
              <a:rPr sz="2400" b="1" dirty="0" err="1">
                <a:solidFill>
                  <a:srgbClr val="2D7891"/>
                </a:solidFill>
              </a:rPr>
              <a:t>tu</a:t>
            </a:r>
            <a:r>
              <a:rPr sz="2400" b="1" dirty="0">
                <a:solidFill>
                  <a:srgbClr val="2D7891"/>
                </a:solidFill>
              </a:rPr>
              <a:t> </a:t>
            </a:r>
            <a:r>
              <a:rPr sz="2400" b="1" dirty="0" err="1">
                <a:solidFill>
                  <a:srgbClr val="2D7891"/>
                </a:solidFill>
              </a:rPr>
              <a:t>mejor</a:t>
            </a:r>
            <a:r>
              <a:rPr sz="2400" b="1" dirty="0">
                <a:solidFill>
                  <a:srgbClr val="2D7891"/>
                </a:solidFill>
              </a:rPr>
              <a:t> vista.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AF28C7-766E-4341-A352-4606B9844E21}"/>
              </a:ext>
            </a:extLst>
          </p:cNvPr>
          <p:cNvSpPr>
            <a:spLocks noGrp="1"/>
          </p:cNvSpPr>
          <p:nvPr/>
        </p:nvSpPr>
        <p:spPr>
          <a:xfrm>
            <a:off x="1463888" y="5648128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F7CA6A-9C4D-47DF-8CF7-9814A3376923}"/>
              </a:ext>
            </a:extLst>
          </p:cNvPr>
          <p:cNvSpPr>
            <a:spLocks noGrp="1"/>
          </p:cNvSpPr>
          <p:nvPr/>
        </p:nvSpPr>
        <p:spPr>
          <a:xfrm>
            <a:off x="1635338" y="5733853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 dirty="0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216592-AB75-4BF8-8E8F-1847E7099366}"/>
              </a:ext>
            </a:extLst>
          </p:cNvPr>
          <p:cNvSpPr>
            <a:spLocks noGrp="1"/>
          </p:cNvSpPr>
          <p:nvPr/>
        </p:nvSpPr>
        <p:spPr>
          <a:xfrm>
            <a:off x="1635338" y="6000553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 dirty="0">
                <a:solidFill>
                  <a:srgbClr val="6B7280"/>
                </a:solidFill>
              </a:rPr>
              <a:t>REALIZADO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1BD13F-52B2-42F9-878D-0268784DE0C3}"/>
              </a:ext>
            </a:extLst>
          </p:cNvPr>
          <p:cNvSpPr>
            <a:spLocks noGrp="1"/>
          </p:cNvSpPr>
          <p:nvPr/>
        </p:nvSpPr>
        <p:spPr>
          <a:xfrm>
            <a:off x="5657850" y="662834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400" b="1" dirty="0">
                <a:solidFill>
                  <a:srgbClr val="D52F32"/>
                </a:solidFill>
              </a:rPr>
              <a:t>AVENTURA 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EBD9F9-5FA7-4F44-A22D-11FBCFA2F419}"/>
              </a:ext>
            </a:extLst>
          </p:cNvPr>
          <p:cNvSpPr>
            <a:spLocks noGrp="1"/>
          </p:cNvSpPr>
          <p:nvPr/>
        </p:nvSpPr>
        <p:spPr>
          <a:xfrm>
            <a:off x="5619750" y="1385235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800" b="1" dirty="0">
                <a:solidFill>
                  <a:srgbClr val="173B4D"/>
                </a:solidFill>
              </a:rPr>
              <a:t>ROM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5805F9-B520-4AEB-8B48-CBE7F1EA28E2}"/>
              </a:ext>
            </a:extLst>
          </p:cNvPr>
          <p:cNvSpPr>
            <a:spLocks noGrp="1"/>
          </p:cNvSpPr>
          <p:nvPr/>
        </p:nvSpPr>
        <p:spPr>
          <a:xfrm>
            <a:off x="5810248" y="2862874"/>
            <a:ext cx="320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2400" b="1" dirty="0" err="1">
                <a:solidFill>
                  <a:srgbClr val="2D7891"/>
                </a:solidFill>
              </a:rPr>
              <a:t>Descubre</a:t>
            </a:r>
            <a:r>
              <a:rPr sz="2400" b="1" dirty="0">
                <a:solidFill>
                  <a:srgbClr val="2D7891"/>
                </a:solidFill>
              </a:rPr>
              <a:t> algo nuevo </a:t>
            </a:r>
            <a:r>
              <a:rPr sz="2400" b="1" dirty="0" err="1">
                <a:solidFill>
                  <a:srgbClr val="2D7891"/>
                </a:solidFill>
              </a:rPr>
              <a:t>en</a:t>
            </a:r>
            <a:r>
              <a:rPr sz="2400" b="1" dirty="0">
                <a:solidFill>
                  <a:srgbClr val="2D7891"/>
                </a:solidFill>
              </a:rPr>
              <a:t> </a:t>
            </a:r>
            <a:r>
              <a:rPr sz="2400" b="1" dirty="0" err="1">
                <a:solidFill>
                  <a:srgbClr val="2D7891"/>
                </a:solidFill>
              </a:rPr>
              <a:t>el</a:t>
            </a:r>
            <a:r>
              <a:rPr sz="2400" b="1" dirty="0">
                <a:solidFill>
                  <a:srgbClr val="2D7891"/>
                </a:solidFill>
              </a:rPr>
              <a:t> </a:t>
            </a:r>
            <a:r>
              <a:rPr sz="2400" b="1" dirty="0" err="1">
                <a:solidFill>
                  <a:srgbClr val="2D7891"/>
                </a:solidFill>
              </a:rPr>
              <a:t>museo</a:t>
            </a:r>
            <a:r>
              <a:rPr sz="2400" b="1" dirty="0">
                <a:solidFill>
                  <a:srgbClr val="2D7891"/>
                </a:solidFill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898A72-ECE1-47AC-A450-42C12A56588A}"/>
              </a:ext>
            </a:extLst>
          </p:cNvPr>
          <p:cNvSpPr>
            <a:spLocks noGrp="1"/>
          </p:cNvSpPr>
          <p:nvPr/>
        </p:nvSpPr>
        <p:spPr>
          <a:xfrm>
            <a:off x="342900" y="7334250"/>
            <a:ext cx="937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900" b="0" dirty="0">
                <a:solidFill>
                  <a:srgbClr val="6B7280"/>
                </a:solidFill>
              </a:rPr>
              <a:t>PASAPORTE DE ANDRÉS  •  03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6C64E1-4BA0-4FEE-AF58-FF67AE704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16148">
            <a:off x="1224933" y="5394731"/>
            <a:ext cx="998599" cy="1004841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778A6F-C960-45AE-BF49-749C7388EE74}"/>
              </a:ext>
            </a:extLst>
          </p:cNvPr>
          <p:cNvSpPr>
            <a:spLocks noGrp="1"/>
          </p:cNvSpPr>
          <p:nvPr/>
        </p:nvSpPr>
        <p:spPr>
          <a:xfrm>
            <a:off x="6206854" y="5646294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76EE28-23FA-4E96-A37B-8BCFF14BCA91}"/>
              </a:ext>
            </a:extLst>
          </p:cNvPr>
          <p:cNvSpPr>
            <a:spLocks noGrp="1"/>
          </p:cNvSpPr>
          <p:nvPr/>
        </p:nvSpPr>
        <p:spPr>
          <a:xfrm>
            <a:off x="6378304" y="5732019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 dirty="0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6ABF33-A040-4AB0-8CF0-85769061196E}"/>
              </a:ext>
            </a:extLst>
          </p:cNvPr>
          <p:cNvSpPr>
            <a:spLocks noGrp="1"/>
          </p:cNvSpPr>
          <p:nvPr/>
        </p:nvSpPr>
        <p:spPr>
          <a:xfrm>
            <a:off x="6378304" y="5998719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 dirty="0">
                <a:solidFill>
                  <a:srgbClr val="6B7280"/>
                </a:solidFill>
              </a:rPr>
              <a:t>REALIZADO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B9A894A-7B48-4B9F-AE41-46D79335F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16148">
            <a:off x="5967899" y="5392897"/>
            <a:ext cx="998599" cy="100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16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1B7F2C5-498F-4375-B136-7C02A76A1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47" y="311692"/>
            <a:ext cx="9371306" cy="714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7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8793EA7-D8DC-4293-BD9A-191FECEE0E9B}"/>
              </a:ext>
            </a:extLst>
          </p:cNvPr>
          <p:cNvSpPr>
            <a:spLocks noGrp="1"/>
          </p:cNvSpPr>
          <p:nvPr/>
        </p:nvSpPr>
        <p:spPr>
          <a:xfrm>
            <a:off x="5029200" y="428625"/>
            <a:ext cx="0" cy="6810375"/>
          </a:xfrm>
          <a:prstGeom prst="line">
            <a:avLst/>
          </a:prstGeom>
          <a:ln w="19050">
            <a:solidFill>
              <a:srgbClr val="C9B8A8"/>
            </a:solidFill>
            <a:prstDash val="dash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D6AC00-5F3B-456C-9182-E3804C73BD3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76700" cy="6572250"/>
          </a:xfrm>
          <a:prstGeom prst="roundRect">
            <a:avLst>
              <a:gd name="adj" fmla="val 3738"/>
            </a:avLst>
          </a:prstGeom>
          <a:solidFill>
            <a:srgbClr val="F8E6D6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719D3C-68C5-4052-822C-F92909DBB5F8}"/>
              </a:ext>
            </a:extLst>
          </p:cNvPr>
          <p:cNvSpPr>
            <a:spLocks noGrp="1"/>
          </p:cNvSpPr>
          <p:nvPr/>
        </p:nvSpPr>
        <p:spPr>
          <a:xfrm>
            <a:off x="933450" y="781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125" b="1">
                <a:solidFill>
                  <a:srgbClr val="D52F32"/>
                </a:solidFill>
              </a:rPr>
              <a:t>AVENTURA 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E40A0-F45D-461F-8DF8-EE2A9EC501C5}"/>
              </a:ext>
            </a:extLst>
          </p:cNvPr>
          <p:cNvSpPr>
            <a:spLocks noGrp="1"/>
          </p:cNvSpPr>
          <p:nvPr/>
        </p:nvSpPr>
        <p:spPr>
          <a:xfrm>
            <a:off x="895350" y="1162050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325" b="1">
                <a:solidFill>
                  <a:srgbClr val="173B4D"/>
                </a:solidFill>
              </a:rPr>
              <a:t>Safari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9F7C8-AC95-4A1F-814F-203802615146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320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1500" b="0">
                <a:solidFill>
                  <a:srgbClr val="2D7891"/>
                </a:solidFill>
              </a:rPr>
              <a:t>Busca animales y elige tu favorito.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28825" y="3032335"/>
            <a:ext cx="1238250" cy="164105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1EB2AA-B884-4EBF-86C5-6A52F4DF2F9C}"/>
              </a:ext>
            </a:extLst>
          </p:cNvPr>
          <p:cNvSpPr>
            <a:spLocks noGrp="1"/>
          </p:cNvSpPr>
          <p:nvPr/>
        </p:nvSpPr>
        <p:spPr>
          <a:xfrm>
            <a:off x="1504950" y="5219700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E8FEF-EED4-4B9A-8E40-C9D06CF5DA1F}"/>
              </a:ext>
            </a:extLst>
          </p:cNvPr>
          <p:cNvSpPr>
            <a:spLocks noGrp="1"/>
          </p:cNvSpPr>
          <p:nvPr/>
        </p:nvSpPr>
        <p:spPr>
          <a:xfrm>
            <a:off x="1676400" y="5353050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C82D5E-FB8E-4B45-A00F-CC6A7AF107F2}"/>
              </a:ext>
            </a:extLst>
          </p:cNvPr>
          <p:cNvSpPr>
            <a:spLocks noGrp="1"/>
          </p:cNvSpPr>
          <p:nvPr/>
        </p:nvSpPr>
        <p:spPr>
          <a:xfrm>
            <a:off x="1676400" y="561975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REALIZADO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34831" y="5810250"/>
            <a:ext cx="1026237" cy="10668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CA7209-4874-4C20-ABDE-51FF7E845306}"/>
              </a:ext>
            </a:extLst>
          </p:cNvPr>
          <p:cNvSpPr>
            <a:spLocks noGrp="1"/>
          </p:cNvSpPr>
          <p:nvPr/>
        </p:nvSpPr>
        <p:spPr>
          <a:xfrm>
            <a:off x="5372100" y="514350"/>
            <a:ext cx="4076700" cy="6572250"/>
          </a:xfrm>
          <a:prstGeom prst="roundRect">
            <a:avLst>
              <a:gd name="adj" fmla="val 3738"/>
            </a:avLst>
          </a:prstGeom>
          <a:solidFill>
            <a:srgbClr val="DCEFE8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30E17-F60B-40A7-A947-BCD9DD316603}"/>
              </a:ext>
            </a:extLst>
          </p:cNvPr>
          <p:cNvSpPr>
            <a:spLocks noGrp="1"/>
          </p:cNvSpPr>
          <p:nvPr/>
        </p:nvSpPr>
        <p:spPr>
          <a:xfrm>
            <a:off x="5695950" y="781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125" b="1">
                <a:solidFill>
                  <a:srgbClr val="D52F32"/>
                </a:solidFill>
              </a:rPr>
              <a:t>AVENTURA 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5BEE24-A976-4222-BE62-F7EC3C856703}"/>
              </a:ext>
            </a:extLst>
          </p:cNvPr>
          <p:cNvSpPr>
            <a:spLocks noGrp="1"/>
          </p:cNvSpPr>
          <p:nvPr/>
        </p:nvSpPr>
        <p:spPr>
          <a:xfrm>
            <a:off x="5657850" y="1162050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325" b="1">
                <a:solidFill>
                  <a:srgbClr val="173B4D"/>
                </a:solidFill>
              </a:rPr>
              <a:t>Niagara-on-the-Lake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39C6E0-742C-4F02-A806-E1922F9DD398}"/>
              </a:ext>
            </a:extLst>
          </p:cNvPr>
          <p:cNvSpPr>
            <a:spLocks noGrp="1"/>
          </p:cNvSpPr>
          <p:nvPr/>
        </p:nvSpPr>
        <p:spPr>
          <a:xfrm>
            <a:off x="5810250" y="2057400"/>
            <a:ext cx="320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1500" b="0">
                <a:solidFill>
                  <a:srgbClr val="2D7891"/>
                </a:solidFill>
              </a:rPr>
              <a:t>Pasea y descubre un rincón bonito.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1325" y="3032335"/>
            <a:ext cx="1238250" cy="164105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60C9BA8-D902-443E-8C6C-9BADA8D720AB}"/>
              </a:ext>
            </a:extLst>
          </p:cNvPr>
          <p:cNvSpPr>
            <a:spLocks noGrp="1"/>
          </p:cNvSpPr>
          <p:nvPr/>
        </p:nvSpPr>
        <p:spPr>
          <a:xfrm>
            <a:off x="6267450" y="5219700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E111E2-204C-4A94-998E-D4117C2A6807}"/>
              </a:ext>
            </a:extLst>
          </p:cNvPr>
          <p:cNvSpPr>
            <a:spLocks noGrp="1"/>
          </p:cNvSpPr>
          <p:nvPr/>
        </p:nvSpPr>
        <p:spPr>
          <a:xfrm>
            <a:off x="6438900" y="5353050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110DBC-962E-475E-A116-E44DF4ED3F5B}"/>
              </a:ext>
            </a:extLst>
          </p:cNvPr>
          <p:cNvSpPr>
            <a:spLocks noGrp="1"/>
          </p:cNvSpPr>
          <p:nvPr/>
        </p:nvSpPr>
        <p:spPr>
          <a:xfrm>
            <a:off x="6438900" y="561975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REALIZADO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97331" y="5810250"/>
            <a:ext cx="1026237" cy="10668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65B2453-8706-41DF-B66E-78AF186ACF6A}"/>
              </a:ext>
            </a:extLst>
          </p:cNvPr>
          <p:cNvSpPr>
            <a:spLocks noGrp="1"/>
          </p:cNvSpPr>
          <p:nvPr/>
        </p:nvSpPr>
        <p:spPr>
          <a:xfrm>
            <a:off x="342900" y="7334250"/>
            <a:ext cx="937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PASAPORTE DE ANDRÉS  •  04</a:t>
            </a:r>
          </a:p>
        </p:txBody>
      </p:sp>
    </p:spTree>
    <p:extLst>
      <p:ext uri="{BB962C8B-B14F-4D97-AF65-F5344CB8AC3E}">
        <p14:creationId xmlns:p14="http://schemas.microsoft.com/office/powerpoint/2010/main" val="59008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89A3D4B-364C-43B4-A6ED-697CB7612D26}"/>
              </a:ext>
            </a:extLst>
          </p:cNvPr>
          <p:cNvSpPr>
            <a:spLocks noGrp="1"/>
          </p:cNvSpPr>
          <p:nvPr/>
        </p:nvSpPr>
        <p:spPr>
          <a:xfrm>
            <a:off x="5029200" y="428625"/>
            <a:ext cx="0" cy="6810375"/>
          </a:xfrm>
          <a:prstGeom prst="line">
            <a:avLst/>
          </a:prstGeom>
          <a:ln w="19050">
            <a:solidFill>
              <a:srgbClr val="C9B8A8"/>
            </a:solidFill>
            <a:prstDash val="dash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926B6F-679F-429A-94FB-2963076A66D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76700" cy="6572250"/>
          </a:xfrm>
          <a:prstGeom prst="roundRect">
            <a:avLst>
              <a:gd name="adj" fmla="val 3738"/>
            </a:avLst>
          </a:prstGeom>
          <a:solidFill>
            <a:srgbClr val="F8E6D6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AF15EF-6D45-4C3F-991A-CC480D813158}"/>
              </a:ext>
            </a:extLst>
          </p:cNvPr>
          <p:cNvSpPr>
            <a:spLocks noGrp="1"/>
          </p:cNvSpPr>
          <p:nvPr/>
        </p:nvSpPr>
        <p:spPr>
          <a:xfrm>
            <a:off x="933450" y="781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125" b="1">
                <a:solidFill>
                  <a:srgbClr val="D52F32"/>
                </a:solidFill>
              </a:rPr>
              <a:t>AVENTURA 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3FD4E4-AD87-4F71-85BB-A7ED4BF6C973}"/>
              </a:ext>
            </a:extLst>
          </p:cNvPr>
          <p:cNvSpPr>
            <a:spLocks noGrp="1"/>
          </p:cNvSpPr>
          <p:nvPr/>
        </p:nvSpPr>
        <p:spPr>
          <a:xfrm>
            <a:off x="895350" y="1162050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325" b="1">
                <a:solidFill>
                  <a:srgbClr val="173B4D"/>
                </a:solidFill>
              </a:rPr>
              <a:t>Fort George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BB495-AFF5-4B43-829C-AF6DC11BF219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320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1500" b="0">
                <a:solidFill>
                  <a:srgbClr val="2D7891"/>
                </a:solidFill>
              </a:rPr>
              <a:t>Viaja al pasado y encuentra una historia.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28825" y="3032335"/>
            <a:ext cx="1238250" cy="164105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71857B-F35C-4CEF-92E7-4C9235F92C3E}"/>
              </a:ext>
            </a:extLst>
          </p:cNvPr>
          <p:cNvSpPr>
            <a:spLocks noGrp="1"/>
          </p:cNvSpPr>
          <p:nvPr/>
        </p:nvSpPr>
        <p:spPr>
          <a:xfrm>
            <a:off x="1504950" y="5219700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ACA8B-90B3-41A2-B7E7-8C7A0003A88C}"/>
              </a:ext>
            </a:extLst>
          </p:cNvPr>
          <p:cNvSpPr>
            <a:spLocks noGrp="1"/>
          </p:cNvSpPr>
          <p:nvPr/>
        </p:nvSpPr>
        <p:spPr>
          <a:xfrm>
            <a:off x="1676400" y="5353050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B09C8F-0B64-499F-BE85-34BE637631C7}"/>
              </a:ext>
            </a:extLst>
          </p:cNvPr>
          <p:cNvSpPr>
            <a:spLocks noGrp="1"/>
          </p:cNvSpPr>
          <p:nvPr/>
        </p:nvSpPr>
        <p:spPr>
          <a:xfrm>
            <a:off x="1676400" y="561975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REALIZADO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34831" y="5810250"/>
            <a:ext cx="1026237" cy="10668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72B2AF-C046-4A28-832D-BE26662C9F6D}"/>
              </a:ext>
            </a:extLst>
          </p:cNvPr>
          <p:cNvSpPr>
            <a:spLocks noGrp="1"/>
          </p:cNvSpPr>
          <p:nvPr/>
        </p:nvSpPr>
        <p:spPr>
          <a:xfrm>
            <a:off x="5372100" y="514350"/>
            <a:ext cx="4076700" cy="6572250"/>
          </a:xfrm>
          <a:prstGeom prst="roundRect">
            <a:avLst>
              <a:gd name="adj" fmla="val 3738"/>
            </a:avLst>
          </a:prstGeom>
          <a:solidFill>
            <a:srgbClr val="DCEFE8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40B2D-7BFE-47B4-954D-88F116708C17}"/>
              </a:ext>
            </a:extLst>
          </p:cNvPr>
          <p:cNvSpPr>
            <a:spLocks noGrp="1"/>
          </p:cNvSpPr>
          <p:nvPr/>
        </p:nvSpPr>
        <p:spPr>
          <a:xfrm>
            <a:off x="5695950" y="781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125" b="1">
                <a:solidFill>
                  <a:srgbClr val="D52F32"/>
                </a:solidFill>
              </a:rPr>
              <a:t>AVENTURA 06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D11BA4-3CD6-4779-B6E5-C37BF3BDAD5B}"/>
              </a:ext>
            </a:extLst>
          </p:cNvPr>
          <p:cNvSpPr>
            <a:spLocks noGrp="1"/>
          </p:cNvSpPr>
          <p:nvPr/>
        </p:nvSpPr>
        <p:spPr>
          <a:xfrm>
            <a:off x="5657850" y="1162050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325" b="1">
                <a:solidFill>
                  <a:srgbClr val="173B4D"/>
                </a:solidFill>
              </a:rPr>
              <a:t>Bird Kingdom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13BF39-E4DB-4E99-9AA0-0328824BBC49}"/>
              </a:ext>
            </a:extLst>
          </p:cNvPr>
          <p:cNvSpPr>
            <a:spLocks noGrp="1"/>
          </p:cNvSpPr>
          <p:nvPr/>
        </p:nvSpPr>
        <p:spPr>
          <a:xfrm>
            <a:off x="5810250" y="2057400"/>
            <a:ext cx="320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1500" b="0">
                <a:solidFill>
                  <a:srgbClr val="2D7891"/>
                </a:solidFill>
              </a:rPr>
              <a:t>Conoce un ave sorprendente.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1325" y="3032335"/>
            <a:ext cx="1238250" cy="164105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C361C8-1998-48B3-8F4B-4D49D6594B9D}"/>
              </a:ext>
            </a:extLst>
          </p:cNvPr>
          <p:cNvSpPr>
            <a:spLocks noGrp="1"/>
          </p:cNvSpPr>
          <p:nvPr/>
        </p:nvSpPr>
        <p:spPr>
          <a:xfrm>
            <a:off x="6267450" y="5219700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F3FCCF-05B5-49EF-A337-508AA1B321A0}"/>
              </a:ext>
            </a:extLst>
          </p:cNvPr>
          <p:cNvSpPr>
            <a:spLocks noGrp="1"/>
          </p:cNvSpPr>
          <p:nvPr/>
        </p:nvSpPr>
        <p:spPr>
          <a:xfrm>
            <a:off x="6438900" y="5353050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937ECB-9805-46E3-BC09-C1E07ACC77F4}"/>
              </a:ext>
            </a:extLst>
          </p:cNvPr>
          <p:cNvSpPr>
            <a:spLocks noGrp="1"/>
          </p:cNvSpPr>
          <p:nvPr/>
        </p:nvSpPr>
        <p:spPr>
          <a:xfrm>
            <a:off x="6438900" y="561975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REALIZADO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97331" y="5810250"/>
            <a:ext cx="1026237" cy="10668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67D3A57-51B3-4469-90B9-5857D0DC3746}"/>
              </a:ext>
            </a:extLst>
          </p:cNvPr>
          <p:cNvSpPr>
            <a:spLocks noGrp="1"/>
          </p:cNvSpPr>
          <p:nvPr/>
        </p:nvSpPr>
        <p:spPr>
          <a:xfrm>
            <a:off x="342900" y="7334250"/>
            <a:ext cx="937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PASAPORTE DE ANDRÉS  •  05</a:t>
            </a:r>
          </a:p>
        </p:txBody>
      </p:sp>
    </p:spTree>
    <p:extLst>
      <p:ext uri="{BB962C8B-B14F-4D97-AF65-F5344CB8AC3E}">
        <p14:creationId xmlns:p14="http://schemas.microsoft.com/office/powerpoint/2010/main" val="101010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FF9880F-A59E-486F-A39C-DB72431DF98D}"/>
              </a:ext>
            </a:extLst>
          </p:cNvPr>
          <p:cNvSpPr>
            <a:spLocks noGrp="1"/>
          </p:cNvSpPr>
          <p:nvPr/>
        </p:nvSpPr>
        <p:spPr>
          <a:xfrm>
            <a:off x="5029200" y="428625"/>
            <a:ext cx="0" cy="6810375"/>
          </a:xfrm>
          <a:prstGeom prst="line">
            <a:avLst/>
          </a:prstGeom>
          <a:ln w="19050">
            <a:solidFill>
              <a:srgbClr val="C9B8A8"/>
            </a:solidFill>
            <a:prstDash val="dash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44CCEB-E3AD-4E47-9616-4AC03AAC00F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76700" cy="6572250"/>
          </a:xfrm>
          <a:prstGeom prst="roundRect">
            <a:avLst>
              <a:gd name="adj" fmla="val 3738"/>
            </a:avLst>
          </a:prstGeom>
          <a:solidFill>
            <a:srgbClr val="F8E6D6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C759E-660E-4F92-A914-7F718DC96AD7}"/>
              </a:ext>
            </a:extLst>
          </p:cNvPr>
          <p:cNvSpPr>
            <a:spLocks noGrp="1"/>
          </p:cNvSpPr>
          <p:nvPr/>
        </p:nvSpPr>
        <p:spPr>
          <a:xfrm>
            <a:off x="933450" y="781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125" b="1">
                <a:solidFill>
                  <a:srgbClr val="D52F32"/>
                </a:solidFill>
              </a:rPr>
              <a:t>AVENTURA 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4BC1F5-DAE0-43DE-8822-569B08835827}"/>
              </a:ext>
            </a:extLst>
          </p:cNvPr>
          <p:cNvSpPr>
            <a:spLocks noGrp="1"/>
          </p:cNvSpPr>
          <p:nvPr/>
        </p:nvSpPr>
        <p:spPr>
          <a:xfrm>
            <a:off x="895350" y="1162050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325" b="1">
                <a:solidFill>
                  <a:srgbClr val="173B4D"/>
                </a:solidFill>
              </a:rPr>
              <a:t>Whirlpool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01F98A-E8F5-4EAD-B9CD-19F0A2E276D4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320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1500" b="0">
                <a:solidFill>
                  <a:srgbClr val="2D7891"/>
                </a:solidFill>
              </a:rPr>
              <a:t>Observa cómo gira el agua.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28825" y="3032335"/>
            <a:ext cx="1238250" cy="164105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421E7A-4578-4E1C-B1E5-712EA5CDFE1E}"/>
              </a:ext>
            </a:extLst>
          </p:cNvPr>
          <p:cNvSpPr>
            <a:spLocks noGrp="1"/>
          </p:cNvSpPr>
          <p:nvPr/>
        </p:nvSpPr>
        <p:spPr>
          <a:xfrm>
            <a:off x="1504950" y="5219700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1230B5-A55A-4713-85FF-BBF5230BE7E9}"/>
              </a:ext>
            </a:extLst>
          </p:cNvPr>
          <p:cNvSpPr>
            <a:spLocks noGrp="1"/>
          </p:cNvSpPr>
          <p:nvPr/>
        </p:nvSpPr>
        <p:spPr>
          <a:xfrm>
            <a:off x="1676400" y="5353050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AAAE34-9CA8-4B6C-9B0E-087AA3855AA6}"/>
              </a:ext>
            </a:extLst>
          </p:cNvPr>
          <p:cNvSpPr>
            <a:spLocks noGrp="1"/>
          </p:cNvSpPr>
          <p:nvPr/>
        </p:nvSpPr>
        <p:spPr>
          <a:xfrm>
            <a:off x="1676400" y="561975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REALIZADO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34831" y="5810250"/>
            <a:ext cx="1026237" cy="10668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ACC03D-4B5E-49E4-A50D-40D6DD81509D}"/>
              </a:ext>
            </a:extLst>
          </p:cNvPr>
          <p:cNvSpPr>
            <a:spLocks noGrp="1"/>
          </p:cNvSpPr>
          <p:nvPr/>
        </p:nvSpPr>
        <p:spPr>
          <a:xfrm>
            <a:off x="5372100" y="514350"/>
            <a:ext cx="4076700" cy="6572250"/>
          </a:xfrm>
          <a:prstGeom prst="roundRect">
            <a:avLst>
              <a:gd name="adj" fmla="val 3738"/>
            </a:avLst>
          </a:prstGeom>
          <a:solidFill>
            <a:srgbClr val="DCEFE8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DD55E-37E5-46F4-9AC8-1BDCBCEDD071}"/>
              </a:ext>
            </a:extLst>
          </p:cNvPr>
          <p:cNvSpPr>
            <a:spLocks noGrp="1"/>
          </p:cNvSpPr>
          <p:nvPr/>
        </p:nvSpPr>
        <p:spPr>
          <a:xfrm>
            <a:off x="5695950" y="781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125" b="1">
                <a:solidFill>
                  <a:srgbClr val="D52F32"/>
                </a:solidFill>
              </a:rPr>
              <a:t>AVENTURA 08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D607F1-86AE-4981-B9E2-E732D9CEA029}"/>
              </a:ext>
            </a:extLst>
          </p:cNvPr>
          <p:cNvSpPr>
            <a:spLocks noGrp="1"/>
          </p:cNvSpPr>
          <p:nvPr/>
        </p:nvSpPr>
        <p:spPr>
          <a:xfrm>
            <a:off x="5657850" y="1162050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325" b="1">
                <a:solidFill>
                  <a:srgbClr val="173B4D"/>
                </a:solidFill>
              </a:rPr>
              <a:t>Clifton Hill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0933E4-BE08-4966-8959-B5D22878BC13}"/>
              </a:ext>
            </a:extLst>
          </p:cNvPr>
          <p:cNvSpPr>
            <a:spLocks noGrp="1"/>
          </p:cNvSpPr>
          <p:nvPr/>
        </p:nvSpPr>
        <p:spPr>
          <a:xfrm>
            <a:off x="5810250" y="2057400"/>
            <a:ext cx="320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1500" b="0">
                <a:solidFill>
                  <a:srgbClr val="2D7891"/>
                </a:solidFill>
              </a:rPr>
              <a:t>Elige tu atracción favorita.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1325" y="3032335"/>
            <a:ext cx="1238250" cy="164105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DBE89D-EDA5-408C-8588-53F46DCC6FDD}"/>
              </a:ext>
            </a:extLst>
          </p:cNvPr>
          <p:cNvSpPr>
            <a:spLocks noGrp="1"/>
          </p:cNvSpPr>
          <p:nvPr/>
        </p:nvSpPr>
        <p:spPr>
          <a:xfrm>
            <a:off x="6267450" y="5219700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75C4C6-5DF6-4A4D-8887-012417B7DE6E}"/>
              </a:ext>
            </a:extLst>
          </p:cNvPr>
          <p:cNvSpPr>
            <a:spLocks noGrp="1"/>
          </p:cNvSpPr>
          <p:nvPr/>
        </p:nvSpPr>
        <p:spPr>
          <a:xfrm>
            <a:off x="6438900" y="5353050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E75375-EA0E-45A5-A678-507B2196FF24}"/>
              </a:ext>
            </a:extLst>
          </p:cNvPr>
          <p:cNvSpPr>
            <a:spLocks noGrp="1"/>
          </p:cNvSpPr>
          <p:nvPr/>
        </p:nvSpPr>
        <p:spPr>
          <a:xfrm>
            <a:off x="6438900" y="561975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REALIZADO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97331" y="5810250"/>
            <a:ext cx="1026237" cy="10668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6532785-22C1-4DEB-833A-A3D5F45BF00C}"/>
              </a:ext>
            </a:extLst>
          </p:cNvPr>
          <p:cNvSpPr>
            <a:spLocks noGrp="1"/>
          </p:cNvSpPr>
          <p:nvPr/>
        </p:nvSpPr>
        <p:spPr>
          <a:xfrm>
            <a:off x="342900" y="7334250"/>
            <a:ext cx="937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PASAPORTE DE ANDRÉS  •  06</a:t>
            </a:r>
          </a:p>
        </p:txBody>
      </p:sp>
    </p:spTree>
    <p:extLst>
      <p:ext uri="{BB962C8B-B14F-4D97-AF65-F5344CB8AC3E}">
        <p14:creationId xmlns:p14="http://schemas.microsoft.com/office/powerpoint/2010/main" val="285842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B78AC01-A752-4D25-9F87-F3E28289F47D}"/>
              </a:ext>
            </a:extLst>
          </p:cNvPr>
          <p:cNvSpPr>
            <a:spLocks noGrp="1"/>
          </p:cNvSpPr>
          <p:nvPr/>
        </p:nvSpPr>
        <p:spPr>
          <a:xfrm>
            <a:off x="5029200" y="428625"/>
            <a:ext cx="0" cy="6810375"/>
          </a:xfrm>
          <a:prstGeom prst="line">
            <a:avLst/>
          </a:prstGeom>
          <a:ln w="19050">
            <a:solidFill>
              <a:srgbClr val="C9B8A8"/>
            </a:solidFill>
            <a:prstDash val="dash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0C6BD7-01CF-4ACD-B1AD-0CB0009B827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76700" cy="6572250"/>
          </a:xfrm>
          <a:prstGeom prst="roundRect">
            <a:avLst>
              <a:gd name="adj" fmla="val 3738"/>
            </a:avLst>
          </a:prstGeom>
          <a:solidFill>
            <a:srgbClr val="F8E6D6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F1F9F7-9445-42B3-8ED1-8608A41CDADD}"/>
              </a:ext>
            </a:extLst>
          </p:cNvPr>
          <p:cNvSpPr>
            <a:spLocks noGrp="1"/>
          </p:cNvSpPr>
          <p:nvPr/>
        </p:nvSpPr>
        <p:spPr>
          <a:xfrm>
            <a:off x="933450" y="781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125" b="1">
                <a:solidFill>
                  <a:srgbClr val="D52F32"/>
                </a:solidFill>
              </a:rPr>
              <a:t>AVENTURA 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0690B0-BBC8-4B99-8E27-079543A5941D}"/>
              </a:ext>
            </a:extLst>
          </p:cNvPr>
          <p:cNvSpPr>
            <a:spLocks noGrp="1"/>
          </p:cNvSpPr>
          <p:nvPr/>
        </p:nvSpPr>
        <p:spPr>
          <a:xfrm>
            <a:off x="895350" y="1162050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325" b="1">
                <a:solidFill>
                  <a:srgbClr val="173B4D"/>
                </a:solidFill>
              </a:rPr>
              <a:t>Nickel Beach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DD4E9E-0CC4-439C-BE25-8D75610A192F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320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1500" b="0">
                <a:solidFill>
                  <a:srgbClr val="2D7891"/>
                </a:solidFill>
              </a:rPr>
              <a:t>Juega, camina y disfruta la playa.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28825" y="3032335"/>
            <a:ext cx="1238250" cy="164105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6187FE-E60C-4DFF-BFCC-41600AAB8517}"/>
              </a:ext>
            </a:extLst>
          </p:cNvPr>
          <p:cNvSpPr>
            <a:spLocks noGrp="1"/>
          </p:cNvSpPr>
          <p:nvPr/>
        </p:nvSpPr>
        <p:spPr>
          <a:xfrm>
            <a:off x="1504950" y="5219700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8FCBB7-C58E-4390-90A1-B7AEDE1B006D}"/>
              </a:ext>
            </a:extLst>
          </p:cNvPr>
          <p:cNvSpPr>
            <a:spLocks noGrp="1"/>
          </p:cNvSpPr>
          <p:nvPr/>
        </p:nvSpPr>
        <p:spPr>
          <a:xfrm>
            <a:off x="1676400" y="5353050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0473BB-5920-40A1-B98C-39E0E3F74B74}"/>
              </a:ext>
            </a:extLst>
          </p:cNvPr>
          <p:cNvSpPr>
            <a:spLocks noGrp="1"/>
          </p:cNvSpPr>
          <p:nvPr/>
        </p:nvSpPr>
        <p:spPr>
          <a:xfrm>
            <a:off x="1676400" y="561975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REALIZADO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34831" y="5810250"/>
            <a:ext cx="1026237" cy="10668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59B92A-FE0A-4806-87BC-C77E1D8C7617}"/>
              </a:ext>
            </a:extLst>
          </p:cNvPr>
          <p:cNvSpPr>
            <a:spLocks noGrp="1"/>
          </p:cNvSpPr>
          <p:nvPr/>
        </p:nvSpPr>
        <p:spPr>
          <a:xfrm>
            <a:off x="5372100" y="514350"/>
            <a:ext cx="4076700" cy="6572250"/>
          </a:xfrm>
          <a:prstGeom prst="roundRect">
            <a:avLst>
              <a:gd name="adj" fmla="val 3738"/>
            </a:avLst>
          </a:prstGeom>
          <a:solidFill>
            <a:srgbClr val="DCEFE8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053D7C-6A23-4F2E-A8F0-9AFC107821A9}"/>
              </a:ext>
            </a:extLst>
          </p:cNvPr>
          <p:cNvSpPr>
            <a:spLocks noGrp="1"/>
          </p:cNvSpPr>
          <p:nvPr/>
        </p:nvSpPr>
        <p:spPr>
          <a:xfrm>
            <a:off x="5695950" y="781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D52F32"/>
                </a:solidFill>
              </a:defRPr>
            </a:pPr>
            <a:r>
              <a:rPr sz="1125" b="1">
                <a:solidFill>
                  <a:srgbClr val="D52F32"/>
                </a:solidFill>
              </a:rPr>
              <a:t>AVENTURA 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3296D9-A60B-45E9-A4B0-E346BB06A314}"/>
              </a:ext>
            </a:extLst>
          </p:cNvPr>
          <p:cNvSpPr>
            <a:spLocks noGrp="1"/>
          </p:cNvSpPr>
          <p:nvPr/>
        </p:nvSpPr>
        <p:spPr>
          <a:xfrm>
            <a:off x="5657850" y="1162050"/>
            <a:ext cx="3505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73B4D"/>
                </a:solidFill>
              </a:defRPr>
            </a:pPr>
            <a:r>
              <a:rPr sz="2325" b="1">
                <a:solidFill>
                  <a:srgbClr val="173B4D"/>
                </a:solidFill>
              </a:rPr>
              <a:t>Water Park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FF4EC-8113-49ED-9873-EC82E4981BF3}"/>
              </a:ext>
            </a:extLst>
          </p:cNvPr>
          <p:cNvSpPr>
            <a:spLocks noGrp="1"/>
          </p:cNvSpPr>
          <p:nvPr/>
        </p:nvSpPr>
        <p:spPr>
          <a:xfrm>
            <a:off x="5810250" y="2057400"/>
            <a:ext cx="320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2D7891"/>
                </a:solidFill>
              </a:defRPr>
            </a:pPr>
            <a:r>
              <a:rPr sz="1500" b="0">
                <a:solidFill>
                  <a:srgbClr val="2D7891"/>
                </a:solidFill>
              </a:rPr>
              <a:t>Prepárate para mojarte y divertirte.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1325" y="3032335"/>
            <a:ext cx="1238250" cy="164105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76B630-F45F-49E1-880A-403881116661}"/>
              </a:ext>
            </a:extLst>
          </p:cNvPr>
          <p:cNvSpPr>
            <a:spLocks noGrp="1"/>
          </p:cNvSpPr>
          <p:nvPr/>
        </p:nvSpPr>
        <p:spPr>
          <a:xfrm>
            <a:off x="6267450" y="5219700"/>
            <a:ext cx="2286000" cy="1123950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9050">
            <a:solidFill>
              <a:srgbClr val="D52F3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0D35BE-6042-4148-A45D-AF7781547EBB}"/>
              </a:ext>
            </a:extLst>
          </p:cNvPr>
          <p:cNvSpPr>
            <a:spLocks noGrp="1"/>
          </p:cNvSpPr>
          <p:nvPr/>
        </p:nvSpPr>
        <p:spPr>
          <a:xfrm>
            <a:off x="6438900" y="5353050"/>
            <a:ext cx="194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52F32"/>
                </a:solidFill>
              </a:defRPr>
            </a:pPr>
            <a:r>
              <a:rPr sz="1275" b="1">
                <a:solidFill>
                  <a:srgbClr val="D52F32"/>
                </a:solidFill>
              </a:rPr>
              <a:t>SELLO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356E7F-9400-4389-B525-4CDFC8B2111B}"/>
              </a:ext>
            </a:extLst>
          </p:cNvPr>
          <p:cNvSpPr>
            <a:spLocks noGrp="1"/>
          </p:cNvSpPr>
          <p:nvPr/>
        </p:nvSpPr>
        <p:spPr>
          <a:xfrm>
            <a:off x="6438900" y="561975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REALIZADO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97331" y="5810250"/>
            <a:ext cx="1026237" cy="10668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7693F01-5A1B-49BE-AC12-081E6473530A}"/>
              </a:ext>
            </a:extLst>
          </p:cNvPr>
          <p:cNvSpPr>
            <a:spLocks noGrp="1"/>
          </p:cNvSpPr>
          <p:nvPr/>
        </p:nvSpPr>
        <p:spPr>
          <a:xfrm>
            <a:off x="342900" y="7334250"/>
            <a:ext cx="937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PASAPORTE DE ANDRÉS  •  07</a:t>
            </a:r>
          </a:p>
        </p:txBody>
      </p:sp>
    </p:spTree>
    <p:extLst>
      <p:ext uri="{BB962C8B-B14F-4D97-AF65-F5344CB8AC3E}">
        <p14:creationId xmlns:p14="http://schemas.microsoft.com/office/powerpoint/2010/main" val="45866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4E1BA9-4CC1-4876-9339-5C92D71B2EC7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258300" cy="6972300"/>
          </a:xfrm>
          <a:prstGeom prst="roundRect">
            <a:avLst>
              <a:gd name="adj" fmla="val 2186"/>
            </a:avLst>
          </a:prstGeom>
          <a:solidFill>
            <a:srgbClr val="F3C49F"/>
          </a:solidFill>
          <a:ln w="19050">
            <a:solidFill>
              <a:srgbClr val="173B4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DB3DC6-61CE-4779-B862-31A1810FCD22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815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173B4D"/>
                </a:solidFill>
              </a:defRPr>
            </a:pPr>
            <a:r>
              <a:rPr sz="3600" b="1">
                <a:solidFill>
                  <a:srgbClr val="173B4D"/>
                </a:solidFill>
              </a:rPr>
              <a:t>¡MISIÓN CUMPLIDA!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2D3FDF-E96C-4E14-BF21-9F55AB4BE168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7391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0">
                <a:solidFill>
                  <a:srgbClr val="2D7891"/>
                </a:solidFill>
              </a:defRPr>
            </a:pPr>
            <a:r>
              <a:rPr sz="1950" b="0">
                <a:solidFill>
                  <a:srgbClr val="2D7891"/>
                </a:solidFill>
              </a:rPr>
              <a:t>Andrés completó sus aventuras en Canadá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16081" y="3524250"/>
            <a:ext cx="1026237" cy="1066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30ED2A-24BB-4192-89E5-33E825811CBB}"/>
              </a:ext>
            </a:extLst>
          </p:cNvPr>
          <p:cNvSpPr>
            <a:spLocks noGrp="1"/>
          </p:cNvSpPr>
          <p:nvPr/>
        </p:nvSpPr>
        <p:spPr>
          <a:xfrm>
            <a:off x="2476500" y="5334000"/>
            <a:ext cx="5105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3B4D"/>
                </a:solidFill>
              </a:defRPr>
            </a:pPr>
            <a:r>
              <a:rPr sz="1800" b="1">
                <a:solidFill>
                  <a:srgbClr val="173B4D"/>
                </a:solidFill>
              </a:rPr>
              <a:t>Fecha: ____________________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D12828-60FC-42D3-B27A-03C12C89DA65}"/>
              </a:ext>
            </a:extLst>
          </p:cNvPr>
          <p:cNvSpPr>
            <a:spLocks noGrp="1"/>
          </p:cNvSpPr>
          <p:nvPr/>
        </p:nvSpPr>
        <p:spPr>
          <a:xfrm>
            <a:off x="1714500" y="6000750"/>
            <a:ext cx="6629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173B4D"/>
                </a:solidFill>
              </a:defRPr>
            </a:pPr>
            <a:r>
              <a:rPr sz="1650" b="0">
                <a:solidFill>
                  <a:srgbClr val="173B4D"/>
                </a:solidFill>
              </a:rPr>
              <a:t>Firma del explorador: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9395556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209</Words>
  <Application>Microsoft Office PowerPoint</Application>
  <DocSecurity>0</DocSecurity>
  <PresentationFormat>Custom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Carlos Peralta Gutierrez</cp:lastModifiedBy>
  <cp:revision>4</cp:revision>
  <dcterms:created xsi:type="dcterms:W3CDTF">2026-08-16T10:45:49Z</dcterms:created>
  <dcterms:modified xsi:type="dcterms:W3CDTF">2026-08-16T12:12:36Z</dcterms:modified>
</cp:coreProperties>
</file>
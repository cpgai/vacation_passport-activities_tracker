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00584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20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6F35EBA-2810-4C57-98A6-B7320436D3C2}"/>
              </a:ext>
            </a:extLst>
          </p:cNvPr>
          <p:cNvSpPr>
            <a:spLocks noGrp="1"/>
          </p:cNvSpPr>
          <p:nvPr/>
        </p:nvSpPr>
        <p:spPr>
          <a:xfrm>
            <a:off x="285750" y="95250"/>
            <a:ext cx="948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HOJA 1 • FRENTE • cortar por las líneas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06743294-1AAA-4A59-96C5-5BC19F750F44}"/>
              </a:ext>
            </a:extLst>
          </p:cNvPr>
          <p:cNvSpPr>
            <a:spLocks noGrp="1"/>
          </p:cNvSpPr>
          <p:nvPr/>
        </p:nvSpPr>
        <p:spPr>
          <a:xfrm>
            <a:off x="5029200" y="400050"/>
            <a:ext cx="0" cy="6972300"/>
          </a:xfrm>
          <a:prstGeom prst="line">
            <a:avLst/>
          </a:prstGeom>
          <a:ln w="9525">
            <a:solidFill>
              <a:srgbClr val="C9B8A8"/>
            </a:solidFill>
            <a:prstDash val="dash"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04C264B-4276-403A-93A5-9BC969AE2078}"/>
              </a:ext>
            </a:extLst>
          </p:cNvPr>
          <p:cNvSpPr>
            <a:spLocks noGrp="1"/>
          </p:cNvSpPr>
          <p:nvPr/>
        </p:nvSpPr>
        <p:spPr>
          <a:xfrm>
            <a:off x="285750" y="3886200"/>
            <a:ext cx="9486900" cy="0"/>
          </a:xfrm>
          <a:prstGeom prst="line">
            <a:avLst/>
          </a:prstGeom>
          <a:ln w="9525">
            <a:solidFill>
              <a:srgbClr val="C9B8A8"/>
            </a:solidFill>
            <a:prstDash val="dash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166948-2A38-414F-8B6D-E8DD41443CB4}"/>
              </a:ext>
            </a:extLst>
          </p:cNvPr>
          <p:cNvSpPr>
            <a:spLocks noGrp="1"/>
          </p:cNvSpPr>
          <p:nvPr/>
        </p:nvSpPr>
        <p:spPr>
          <a:xfrm>
            <a:off x="342900" y="45720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E5F2ED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CD971D-6F7F-46CA-8BEB-19024788D2B5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045167-15E5-4F46-8C80-6FE15E78B5C6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Water Park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CE33BA-D27F-4C99-8857-7454718B3FEF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Prepárate para mojarte y divertirte.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4FBBCB-3056-42E6-AC45-0C712B62722F}"/>
              </a:ext>
            </a:extLst>
          </p:cNvPr>
          <p:cNvSpPr>
            <a:spLocks noGrp="1"/>
          </p:cNvSpPr>
          <p:nvPr/>
        </p:nvSpPr>
        <p:spPr>
          <a:xfrm>
            <a:off x="457200" y="192405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E0176E-678D-4556-A82D-9D188BA49A4F}"/>
              </a:ext>
            </a:extLst>
          </p:cNvPr>
          <p:cNvSpPr>
            <a:spLocks noGrp="1"/>
          </p:cNvSpPr>
          <p:nvPr/>
        </p:nvSpPr>
        <p:spPr>
          <a:xfrm>
            <a:off x="533400" y="226695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21E293D-3A01-4258-8603-705A2D0884E5}"/>
              </a:ext>
            </a:extLst>
          </p:cNvPr>
          <p:cNvSpPr>
            <a:spLocks noGrp="1"/>
          </p:cNvSpPr>
          <p:nvPr/>
        </p:nvSpPr>
        <p:spPr>
          <a:xfrm>
            <a:off x="676275" y="293370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513892B-1FE9-48B9-8BB0-7FDC615A34BE}"/>
              </a:ext>
            </a:extLst>
          </p:cNvPr>
          <p:cNvSpPr>
            <a:spLocks noGrp="1"/>
          </p:cNvSpPr>
          <p:nvPr/>
        </p:nvSpPr>
        <p:spPr>
          <a:xfrm>
            <a:off x="514350" y="287655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DEC5E7-AC24-4068-AEF5-2B19A7D20794}"/>
              </a:ext>
            </a:extLst>
          </p:cNvPr>
          <p:cNvSpPr>
            <a:spLocks noGrp="1"/>
          </p:cNvSpPr>
          <p:nvPr/>
        </p:nvSpPr>
        <p:spPr>
          <a:xfrm>
            <a:off x="561975" y="299085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851C0E-5FAC-42F4-8430-19B43844C1DC}"/>
              </a:ext>
            </a:extLst>
          </p:cNvPr>
          <p:cNvSpPr>
            <a:spLocks noGrp="1"/>
          </p:cNvSpPr>
          <p:nvPr/>
        </p:nvSpPr>
        <p:spPr>
          <a:xfrm>
            <a:off x="1276350" y="302895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1F1F0A7-AD56-471B-925F-8A754EBD1BED}"/>
              </a:ext>
            </a:extLst>
          </p:cNvPr>
          <p:cNvSpPr>
            <a:spLocks noGrp="1"/>
          </p:cNvSpPr>
          <p:nvPr/>
        </p:nvSpPr>
        <p:spPr>
          <a:xfrm>
            <a:off x="5143500" y="45720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F7E6D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0D5104-ED53-45FD-A90B-C7635DD09A18}"/>
              </a:ext>
            </a:extLst>
          </p:cNvPr>
          <p:cNvSpPr>
            <a:spLocks noGrp="1"/>
          </p:cNvSpPr>
          <p:nvPr/>
        </p:nvSpPr>
        <p:spPr>
          <a:xfrm>
            <a:off x="5257800" y="55245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BE67CF-5E9D-4704-9876-C8C4CBA30E49}"/>
              </a:ext>
            </a:extLst>
          </p:cNvPr>
          <p:cNvSpPr>
            <a:spLocks noGrp="1"/>
          </p:cNvSpPr>
          <p:nvPr/>
        </p:nvSpPr>
        <p:spPr>
          <a:xfrm>
            <a:off x="5334000" y="91440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73B4D"/>
                </a:solidFill>
              </a:defRPr>
            </a:pPr>
            <a:r>
              <a:rPr sz="2025" b="1">
                <a:solidFill>
                  <a:srgbClr val="173B4D"/>
                </a:solidFill>
              </a:rPr>
              <a:t>MI PASAPORTE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C48E22-F669-4DAA-B55F-CAF67C0EB227}"/>
              </a:ext>
            </a:extLst>
          </p:cNvPr>
          <p:cNvSpPr>
            <a:spLocks noGrp="1"/>
          </p:cNvSpPr>
          <p:nvPr/>
        </p:nvSpPr>
        <p:spPr>
          <a:xfrm>
            <a:off x="5334000" y="12954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52F32"/>
                </a:solidFill>
              </a:defRPr>
            </a:pPr>
            <a:r>
              <a:rPr sz="1050" b="1">
                <a:solidFill>
                  <a:srgbClr val="D52F32"/>
                </a:solidFill>
              </a:rPr>
              <a:t>AVENTURAS EN CANADÁ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F1630D-CC8E-49B3-B703-3D959376AEAF}"/>
              </a:ext>
            </a:extLst>
          </p:cNvPr>
          <p:cNvSpPr>
            <a:spLocks noGrp="1"/>
          </p:cNvSpPr>
          <p:nvPr/>
        </p:nvSpPr>
        <p:spPr>
          <a:xfrm>
            <a:off x="5334000" y="1743075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0">
                <a:solidFill>
                  <a:srgbClr val="D52F32"/>
                </a:solidFill>
              </a:defRPr>
            </a:pPr>
            <a:r>
              <a:rPr sz="3150" b="0">
                <a:solidFill>
                  <a:srgbClr val="D52F32"/>
                </a:solidFill>
              </a:rPr>
              <a:t>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917CBF-2748-45D8-AC3B-2C1E63B1475C}"/>
              </a:ext>
            </a:extLst>
          </p:cNvPr>
          <p:cNvSpPr>
            <a:spLocks noGrp="1"/>
          </p:cNvSpPr>
          <p:nvPr/>
        </p:nvSpPr>
        <p:spPr>
          <a:xfrm>
            <a:off x="5334000" y="245745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3B4D"/>
                </a:solidFill>
              </a:defRPr>
            </a:pPr>
            <a:r>
              <a:rPr sz="1275" b="1">
                <a:solidFill>
                  <a:srgbClr val="173B4D"/>
                </a:solidFill>
              </a:rPr>
              <a:t>Nombre: ANDRÉS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9E3060E-A660-40EF-BAB0-208B6B627B77}"/>
              </a:ext>
            </a:extLst>
          </p:cNvPr>
          <p:cNvSpPr>
            <a:spLocks noGrp="1"/>
          </p:cNvSpPr>
          <p:nvPr/>
        </p:nvSpPr>
        <p:spPr>
          <a:xfrm>
            <a:off x="342900" y="409575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E5F2ED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335509-5CB3-4610-94F6-D6A035784FDF}"/>
              </a:ext>
            </a:extLst>
          </p:cNvPr>
          <p:cNvSpPr>
            <a:spLocks noGrp="1"/>
          </p:cNvSpPr>
          <p:nvPr/>
        </p:nvSpPr>
        <p:spPr>
          <a:xfrm>
            <a:off x="457200" y="419100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C8A7CB-A0EE-437E-B625-B2338B782717}"/>
              </a:ext>
            </a:extLst>
          </p:cNvPr>
          <p:cNvSpPr>
            <a:spLocks noGrp="1"/>
          </p:cNvSpPr>
          <p:nvPr/>
        </p:nvSpPr>
        <p:spPr>
          <a:xfrm>
            <a:off x="533400" y="46101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73B4D"/>
                </a:solidFill>
              </a:defRPr>
            </a:pPr>
            <a:r>
              <a:rPr sz="1575" b="1">
                <a:solidFill>
                  <a:srgbClr val="173B4D"/>
                </a:solidFill>
              </a:rPr>
              <a:t>DATOS DEL VIAJERO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978ED4-912B-4D9B-99AF-D5F61A03E426}"/>
              </a:ext>
            </a:extLst>
          </p:cNvPr>
          <p:cNvSpPr>
            <a:spLocks noGrp="1"/>
          </p:cNvSpPr>
          <p:nvPr/>
        </p:nvSpPr>
        <p:spPr>
          <a:xfrm>
            <a:off x="628650" y="5286375"/>
            <a:ext cx="4000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3B4D"/>
                </a:solidFill>
              </a:defRPr>
            </a:pPr>
            <a:r>
              <a:rPr sz="1350" b="1">
                <a:solidFill>
                  <a:srgbClr val="173B4D"/>
                </a:solidFill>
              </a:rPr>
              <a:t>Nombre: Andrés</a:t>
            </a:r>
          </a:p>
          <a:p>
            <a:pPr algn="l">
              <a:defRPr sz="1350" b="1">
                <a:solidFill>
                  <a:srgbClr val="173B4D"/>
                </a:solidFill>
              </a:defRPr>
            </a:pPr>
            <a:r>
              <a:rPr sz="1350" b="1">
                <a:solidFill>
                  <a:srgbClr val="173B4D"/>
                </a:solidFill>
              </a:rPr>
              <a:t>País: México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9B6C76-CB5D-40AC-A964-A4377BF444EE}"/>
              </a:ext>
            </a:extLst>
          </p:cNvPr>
          <p:cNvSpPr>
            <a:spLocks noGrp="1"/>
          </p:cNvSpPr>
          <p:nvPr/>
        </p:nvSpPr>
        <p:spPr>
          <a:xfrm>
            <a:off x="533400" y="6429375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¡Listo para explorar!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C6E9674-30C7-4F31-A162-9F106922C0E5}"/>
              </a:ext>
            </a:extLst>
          </p:cNvPr>
          <p:cNvSpPr>
            <a:spLocks noGrp="1"/>
          </p:cNvSpPr>
          <p:nvPr/>
        </p:nvSpPr>
        <p:spPr>
          <a:xfrm>
            <a:off x="5143500" y="409575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F7E6D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FD8671-4ECE-4C47-A9BA-2351B0614409}"/>
              </a:ext>
            </a:extLst>
          </p:cNvPr>
          <p:cNvSpPr>
            <a:spLocks noGrp="1"/>
          </p:cNvSpPr>
          <p:nvPr/>
        </p:nvSpPr>
        <p:spPr>
          <a:xfrm>
            <a:off x="5257800" y="419100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1B2D0A-5057-4132-A1B9-0D7286ABF476}"/>
              </a:ext>
            </a:extLst>
          </p:cNvPr>
          <p:cNvSpPr>
            <a:spLocks noGrp="1"/>
          </p:cNvSpPr>
          <p:nvPr/>
        </p:nvSpPr>
        <p:spPr>
          <a:xfrm>
            <a:off x="5314950" y="461010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Nickel Beach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AF782D-2C0E-46FA-9177-0EC00C4A6390}"/>
              </a:ext>
            </a:extLst>
          </p:cNvPr>
          <p:cNvSpPr>
            <a:spLocks noGrp="1"/>
          </p:cNvSpPr>
          <p:nvPr/>
        </p:nvSpPr>
        <p:spPr>
          <a:xfrm>
            <a:off x="5429250" y="509587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Juega, camina y disfruta la playa.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683423-5410-45BC-8901-E1E82C2A4E8C}"/>
              </a:ext>
            </a:extLst>
          </p:cNvPr>
          <p:cNvSpPr>
            <a:spLocks noGrp="1"/>
          </p:cNvSpPr>
          <p:nvPr/>
        </p:nvSpPr>
        <p:spPr>
          <a:xfrm>
            <a:off x="5257800" y="556260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4BA481-0F70-46F8-87B4-6E63D64F0F1A}"/>
              </a:ext>
            </a:extLst>
          </p:cNvPr>
          <p:cNvSpPr>
            <a:spLocks noGrp="1"/>
          </p:cNvSpPr>
          <p:nvPr/>
        </p:nvSpPr>
        <p:spPr>
          <a:xfrm>
            <a:off x="5334000" y="590550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6BB44E8-6B55-4A91-B164-C28083D6FF57}"/>
              </a:ext>
            </a:extLst>
          </p:cNvPr>
          <p:cNvSpPr>
            <a:spLocks noGrp="1"/>
          </p:cNvSpPr>
          <p:nvPr/>
        </p:nvSpPr>
        <p:spPr>
          <a:xfrm>
            <a:off x="5476875" y="657225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B6BE5CD-A239-499A-9C0E-2D8175B4826A}"/>
              </a:ext>
            </a:extLst>
          </p:cNvPr>
          <p:cNvSpPr>
            <a:spLocks noGrp="1"/>
          </p:cNvSpPr>
          <p:nvPr/>
        </p:nvSpPr>
        <p:spPr>
          <a:xfrm>
            <a:off x="5314950" y="651510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F35A21-E2BD-4B1E-AFAA-A99A1996070A}"/>
              </a:ext>
            </a:extLst>
          </p:cNvPr>
          <p:cNvSpPr>
            <a:spLocks noGrp="1"/>
          </p:cNvSpPr>
          <p:nvPr/>
        </p:nvSpPr>
        <p:spPr>
          <a:xfrm>
            <a:off x="5362575" y="662940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DB300E-1252-4722-8B85-E78BB7EFE15B}"/>
              </a:ext>
            </a:extLst>
          </p:cNvPr>
          <p:cNvSpPr>
            <a:spLocks noGrp="1"/>
          </p:cNvSpPr>
          <p:nvPr/>
        </p:nvSpPr>
        <p:spPr>
          <a:xfrm>
            <a:off x="6076950" y="666750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</p:spTree>
    <p:extLst>
      <p:ext uri="{BB962C8B-B14F-4D97-AF65-F5344CB8AC3E}">
        <p14:creationId xmlns:p14="http://schemas.microsoft.com/office/powerpoint/2010/main" val="307000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FE1ACCF-16A5-4B18-BB56-222D3442DA5E}"/>
              </a:ext>
            </a:extLst>
          </p:cNvPr>
          <p:cNvSpPr>
            <a:spLocks noGrp="1"/>
          </p:cNvSpPr>
          <p:nvPr/>
        </p:nvSpPr>
        <p:spPr>
          <a:xfrm>
            <a:off x="285750" y="95250"/>
            <a:ext cx="948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HOJA 1 • REVERSO • cortar por las líneas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1C79FA73-E1A9-4352-8D36-37902527DE40}"/>
              </a:ext>
            </a:extLst>
          </p:cNvPr>
          <p:cNvSpPr>
            <a:spLocks noGrp="1"/>
          </p:cNvSpPr>
          <p:nvPr/>
        </p:nvSpPr>
        <p:spPr>
          <a:xfrm>
            <a:off x="5029200" y="400050"/>
            <a:ext cx="0" cy="6972300"/>
          </a:xfrm>
          <a:prstGeom prst="line">
            <a:avLst/>
          </a:prstGeom>
          <a:ln w="9525">
            <a:solidFill>
              <a:srgbClr val="C9B8A8"/>
            </a:solidFill>
            <a:prstDash val="dash"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FFC9BFD-F735-40C3-8320-98B7D696B507}"/>
              </a:ext>
            </a:extLst>
          </p:cNvPr>
          <p:cNvSpPr>
            <a:spLocks noGrp="1"/>
          </p:cNvSpPr>
          <p:nvPr/>
        </p:nvSpPr>
        <p:spPr>
          <a:xfrm>
            <a:off x="285750" y="3886200"/>
            <a:ext cx="9486900" cy="0"/>
          </a:xfrm>
          <a:prstGeom prst="line">
            <a:avLst/>
          </a:prstGeom>
          <a:ln w="9525">
            <a:solidFill>
              <a:srgbClr val="C9B8A8"/>
            </a:solidFill>
            <a:prstDash val="dash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4C7258-A1DC-400A-8297-8D2D33043EE0}"/>
              </a:ext>
            </a:extLst>
          </p:cNvPr>
          <p:cNvSpPr>
            <a:spLocks noGrp="1"/>
          </p:cNvSpPr>
          <p:nvPr/>
        </p:nvSpPr>
        <p:spPr>
          <a:xfrm>
            <a:off x="342900" y="45720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F7E6D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8A9301-DF96-4802-902C-4A4332B608EF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1FAA8-4525-4324-B630-EA78819BE121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Nickel Beach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E81413-BEFB-461D-83C7-61C9D3BFA224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Juega, camina y disfruta la playa.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E530CA-E034-4131-A6F5-F7DDDBCAAB4F}"/>
              </a:ext>
            </a:extLst>
          </p:cNvPr>
          <p:cNvSpPr>
            <a:spLocks noGrp="1"/>
          </p:cNvSpPr>
          <p:nvPr/>
        </p:nvSpPr>
        <p:spPr>
          <a:xfrm>
            <a:off x="457200" y="192405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5BE4B0-E20B-4F73-9509-29768147DFAD}"/>
              </a:ext>
            </a:extLst>
          </p:cNvPr>
          <p:cNvSpPr>
            <a:spLocks noGrp="1"/>
          </p:cNvSpPr>
          <p:nvPr/>
        </p:nvSpPr>
        <p:spPr>
          <a:xfrm>
            <a:off x="533400" y="226695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B61CD3-8A96-4F5E-BB10-E3F1382CCB54}"/>
              </a:ext>
            </a:extLst>
          </p:cNvPr>
          <p:cNvSpPr>
            <a:spLocks noGrp="1"/>
          </p:cNvSpPr>
          <p:nvPr/>
        </p:nvSpPr>
        <p:spPr>
          <a:xfrm>
            <a:off x="676275" y="293370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5D6318-B7DB-41BB-9945-5C51DA4AFF34}"/>
              </a:ext>
            </a:extLst>
          </p:cNvPr>
          <p:cNvSpPr>
            <a:spLocks noGrp="1"/>
          </p:cNvSpPr>
          <p:nvPr/>
        </p:nvSpPr>
        <p:spPr>
          <a:xfrm>
            <a:off x="514350" y="287655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8F2B2A-A8B5-4D4D-A7AC-C372151A2D8B}"/>
              </a:ext>
            </a:extLst>
          </p:cNvPr>
          <p:cNvSpPr>
            <a:spLocks noGrp="1"/>
          </p:cNvSpPr>
          <p:nvPr/>
        </p:nvSpPr>
        <p:spPr>
          <a:xfrm>
            <a:off x="561975" y="299085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D1AF0E-829F-4761-A11B-CA5901CB8DEC}"/>
              </a:ext>
            </a:extLst>
          </p:cNvPr>
          <p:cNvSpPr>
            <a:spLocks noGrp="1"/>
          </p:cNvSpPr>
          <p:nvPr/>
        </p:nvSpPr>
        <p:spPr>
          <a:xfrm>
            <a:off x="1276350" y="302895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08F16E-CE61-4A80-9331-618F16C27061}"/>
              </a:ext>
            </a:extLst>
          </p:cNvPr>
          <p:cNvSpPr>
            <a:spLocks noGrp="1"/>
          </p:cNvSpPr>
          <p:nvPr/>
        </p:nvSpPr>
        <p:spPr>
          <a:xfrm>
            <a:off x="5143500" y="45720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E5F2ED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8B0C68-9B53-4EED-98A0-C28C4978A0B3}"/>
              </a:ext>
            </a:extLst>
          </p:cNvPr>
          <p:cNvSpPr>
            <a:spLocks noGrp="1"/>
          </p:cNvSpPr>
          <p:nvPr/>
        </p:nvSpPr>
        <p:spPr>
          <a:xfrm>
            <a:off x="5257800" y="55245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F7873E-2520-40FA-ADC8-26C422BDD392}"/>
              </a:ext>
            </a:extLst>
          </p:cNvPr>
          <p:cNvSpPr>
            <a:spLocks noGrp="1"/>
          </p:cNvSpPr>
          <p:nvPr/>
        </p:nvSpPr>
        <p:spPr>
          <a:xfrm>
            <a:off x="5334000" y="9715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73B4D"/>
                </a:solidFill>
              </a:defRPr>
            </a:pPr>
            <a:r>
              <a:rPr sz="1575" b="1">
                <a:solidFill>
                  <a:srgbClr val="173B4D"/>
                </a:solidFill>
              </a:rPr>
              <a:t>DATOS DEL VIAJERO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7ABB37-08CC-4315-9B3A-81D1CADD67EF}"/>
              </a:ext>
            </a:extLst>
          </p:cNvPr>
          <p:cNvSpPr>
            <a:spLocks noGrp="1"/>
          </p:cNvSpPr>
          <p:nvPr/>
        </p:nvSpPr>
        <p:spPr>
          <a:xfrm>
            <a:off x="5429250" y="1647825"/>
            <a:ext cx="4000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3B4D"/>
                </a:solidFill>
              </a:defRPr>
            </a:pPr>
            <a:r>
              <a:rPr sz="1350" b="1">
                <a:solidFill>
                  <a:srgbClr val="173B4D"/>
                </a:solidFill>
              </a:rPr>
              <a:t>Nombre: Andrés</a:t>
            </a:r>
          </a:p>
          <a:p>
            <a:pPr algn="l">
              <a:defRPr sz="1350" b="1">
                <a:solidFill>
                  <a:srgbClr val="173B4D"/>
                </a:solidFill>
              </a:defRPr>
            </a:pPr>
            <a:r>
              <a:rPr sz="1350" b="1">
                <a:solidFill>
                  <a:srgbClr val="173B4D"/>
                </a:solidFill>
              </a:rPr>
              <a:t>País: México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50CFE4-0CE5-4EAD-8ED7-59725B934194}"/>
              </a:ext>
            </a:extLst>
          </p:cNvPr>
          <p:cNvSpPr>
            <a:spLocks noGrp="1"/>
          </p:cNvSpPr>
          <p:nvPr/>
        </p:nvSpPr>
        <p:spPr>
          <a:xfrm>
            <a:off x="5334000" y="2790825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¡Listo para explorar!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EE76E0-C5D4-4CBD-AFD1-2AE53BAD9595}"/>
              </a:ext>
            </a:extLst>
          </p:cNvPr>
          <p:cNvSpPr>
            <a:spLocks noGrp="1"/>
          </p:cNvSpPr>
          <p:nvPr/>
        </p:nvSpPr>
        <p:spPr>
          <a:xfrm>
            <a:off x="342900" y="409575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F7E6D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15B44C-D8B2-4E4D-B02D-DBA89FF593F8}"/>
              </a:ext>
            </a:extLst>
          </p:cNvPr>
          <p:cNvSpPr>
            <a:spLocks noGrp="1"/>
          </p:cNvSpPr>
          <p:nvPr/>
        </p:nvSpPr>
        <p:spPr>
          <a:xfrm>
            <a:off x="457200" y="419100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F6C54B-2631-45D4-9CB9-34310EB4E7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73B4D"/>
                </a:solidFill>
              </a:defRPr>
            </a:pPr>
            <a:r>
              <a:rPr sz="2025" b="1">
                <a:solidFill>
                  <a:srgbClr val="173B4D"/>
                </a:solidFill>
              </a:rPr>
              <a:t>MI PASAPORTE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F80986-D108-4927-A8AC-13D4E99C8D67}"/>
              </a:ext>
            </a:extLst>
          </p:cNvPr>
          <p:cNvSpPr>
            <a:spLocks noGrp="1"/>
          </p:cNvSpPr>
          <p:nvPr/>
        </p:nvSpPr>
        <p:spPr>
          <a:xfrm>
            <a:off x="533400" y="49339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52F32"/>
                </a:solidFill>
              </a:defRPr>
            </a:pPr>
            <a:r>
              <a:rPr sz="1050" b="1">
                <a:solidFill>
                  <a:srgbClr val="D52F32"/>
                </a:solidFill>
              </a:rPr>
              <a:t>AVENTURAS EN CANADÁ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F00382-2810-43AB-9EBF-D693483AB2AF}"/>
              </a:ext>
            </a:extLst>
          </p:cNvPr>
          <p:cNvSpPr>
            <a:spLocks noGrp="1"/>
          </p:cNvSpPr>
          <p:nvPr/>
        </p:nvSpPr>
        <p:spPr>
          <a:xfrm>
            <a:off x="533400" y="5381625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0">
                <a:solidFill>
                  <a:srgbClr val="D52F32"/>
                </a:solidFill>
              </a:defRPr>
            </a:pPr>
            <a:r>
              <a:rPr sz="3150" b="0">
                <a:solidFill>
                  <a:srgbClr val="D52F32"/>
                </a:solidFill>
              </a:rPr>
              <a:t>✦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F7C05F-22F5-4237-B305-A41010E449F8}"/>
              </a:ext>
            </a:extLst>
          </p:cNvPr>
          <p:cNvSpPr>
            <a:spLocks noGrp="1"/>
          </p:cNvSpPr>
          <p:nvPr/>
        </p:nvSpPr>
        <p:spPr>
          <a:xfrm>
            <a:off x="533400" y="60960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3B4D"/>
                </a:solidFill>
              </a:defRPr>
            </a:pPr>
            <a:r>
              <a:rPr sz="1275" b="1">
                <a:solidFill>
                  <a:srgbClr val="173B4D"/>
                </a:solidFill>
              </a:rPr>
              <a:t>Nombre: ANDRÉS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D4F6F0F-26E7-43D0-8AB2-446A822D4FFA}"/>
              </a:ext>
            </a:extLst>
          </p:cNvPr>
          <p:cNvSpPr>
            <a:spLocks noGrp="1"/>
          </p:cNvSpPr>
          <p:nvPr/>
        </p:nvSpPr>
        <p:spPr>
          <a:xfrm>
            <a:off x="5143500" y="409575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E5F2ED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99D347-F0A7-4579-8D05-D3B53B3DF9A9}"/>
              </a:ext>
            </a:extLst>
          </p:cNvPr>
          <p:cNvSpPr>
            <a:spLocks noGrp="1"/>
          </p:cNvSpPr>
          <p:nvPr/>
        </p:nvSpPr>
        <p:spPr>
          <a:xfrm>
            <a:off x="5257800" y="419100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EE1E99-7E3C-439A-9B3C-7F1F4CF05EBE}"/>
              </a:ext>
            </a:extLst>
          </p:cNvPr>
          <p:cNvSpPr>
            <a:spLocks noGrp="1"/>
          </p:cNvSpPr>
          <p:nvPr/>
        </p:nvSpPr>
        <p:spPr>
          <a:xfrm>
            <a:off x="5314950" y="461010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Water Park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9B7667-BE72-482B-91BA-712000095780}"/>
              </a:ext>
            </a:extLst>
          </p:cNvPr>
          <p:cNvSpPr>
            <a:spLocks noGrp="1"/>
          </p:cNvSpPr>
          <p:nvPr/>
        </p:nvSpPr>
        <p:spPr>
          <a:xfrm>
            <a:off x="5429250" y="509587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Prepárate para mojarte y divertirte.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E1892F-84C5-4E67-81D0-190207CBF019}"/>
              </a:ext>
            </a:extLst>
          </p:cNvPr>
          <p:cNvSpPr>
            <a:spLocks noGrp="1"/>
          </p:cNvSpPr>
          <p:nvPr/>
        </p:nvSpPr>
        <p:spPr>
          <a:xfrm>
            <a:off x="5257800" y="556260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63AC55-C139-4DC1-B4D2-B1E700AB8810}"/>
              </a:ext>
            </a:extLst>
          </p:cNvPr>
          <p:cNvSpPr>
            <a:spLocks noGrp="1"/>
          </p:cNvSpPr>
          <p:nvPr/>
        </p:nvSpPr>
        <p:spPr>
          <a:xfrm>
            <a:off x="5334000" y="590550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47911DC-4D42-44AA-8B43-9070D80738FB}"/>
              </a:ext>
            </a:extLst>
          </p:cNvPr>
          <p:cNvSpPr>
            <a:spLocks noGrp="1"/>
          </p:cNvSpPr>
          <p:nvPr/>
        </p:nvSpPr>
        <p:spPr>
          <a:xfrm>
            <a:off x="5476875" y="657225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3A25594-CB76-4957-9267-193EB40049E5}"/>
              </a:ext>
            </a:extLst>
          </p:cNvPr>
          <p:cNvSpPr>
            <a:spLocks noGrp="1"/>
          </p:cNvSpPr>
          <p:nvPr/>
        </p:nvSpPr>
        <p:spPr>
          <a:xfrm>
            <a:off x="5314950" y="651510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1FE51FC-7CB3-429E-AA3A-0E64C1B15DA4}"/>
              </a:ext>
            </a:extLst>
          </p:cNvPr>
          <p:cNvSpPr>
            <a:spLocks noGrp="1"/>
          </p:cNvSpPr>
          <p:nvPr/>
        </p:nvSpPr>
        <p:spPr>
          <a:xfrm>
            <a:off x="5362575" y="662940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251E7E3-F70B-4BFA-A7D7-BD5A474A442A}"/>
              </a:ext>
            </a:extLst>
          </p:cNvPr>
          <p:cNvSpPr>
            <a:spLocks noGrp="1"/>
          </p:cNvSpPr>
          <p:nvPr/>
        </p:nvSpPr>
        <p:spPr>
          <a:xfrm>
            <a:off x="6076950" y="666750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</p:spTree>
    <p:extLst>
      <p:ext uri="{BB962C8B-B14F-4D97-AF65-F5344CB8AC3E}">
        <p14:creationId xmlns:p14="http://schemas.microsoft.com/office/powerpoint/2010/main" val="348331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A3A2ED56-C092-4764-9C0A-734B87E5B244}"/>
              </a:ext>
            </a:extLst>
          </p:cNvPr>
          <p:cNvSpPr>
            <a:spLocks noGrp="1"/>
          </p:cNvSpPr>
          <p:nvPr/>
        </p:nvSpPr>
        <p:spPr>
          <a:xfrm>
            <a:off x="285750" y="95250"/>
            <a:ext cx="948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HOJA 2 • FRENTE • cortar por las líneas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2754C6C8-42C8-4F19-AAFC-AABCC0151A09}"/>
              </a:ext>
            </a:extLst>
          </p:cNvPr>
          <p:cNvSpPr>
            <a:spLocks noGrp="1"/>
          </p:cNvSpPr>
          <p:nvPr/>
        </p:nvSpPr>
        <p:spPr>
          <a:xfrm>
            <a:off x="5029200" y="400050"/>
            <a:ext cx="0" cy="6972300"/>
          </a:xfrm>
          <a:prstGeom prst="line">
            <a:avLst/>
          </a:prstGeom>
          <a:ln w="9525">
            <a:solidFill>
              <a:srgbClr val="C9B8A8"/>
            </a:solidFill>
            <a:prstDash val="dash"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4ED855A-B7B7-42AE-9A32-73C8027F5A03}"/>
              </a:ext>
            </a:extLst>
          </p:cNvPr>
          <p:cNvSpPr>
            <a:spLocks noGrp="1"/>
          </p:cNvSpPr>
          <p:nvPr/>
        </p:nvSpPr>
        <p:spPr>
          <a:xfrm>
            <a:off x="285750" y="3886200"/>
            <a:ext cx="9486900" cy="0"/>
          </a:xfrm>
          <a:prstGeom prst="line">
            <a:avLst/>
          </a:prstGeom>
          <a:ln w="9525">
            <a:solidFill>
              <a:srgbClr val="C9B8A8"/>
            </a:solidFill>
            <a:prstDash val="dash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0171C3-E0D6-4E55-9AE1-8FB4ABCAE74A}"/>
              </a:ext>
            </a:extLst>
          </p:cNvPr>
          <p:cNvSpPr>
            <a:spLocks noGrp="1"/>
          </p:cNvSpPr>
          <p:nvPr/>
        </p:nvSpPr>
        <p:spPr>
          <a:xfrm>
            <a:off x="342900" y="45720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E5F2ED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70FE90-07D4-4FDB-A779-E05E3AB7324C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5EA82D-863D-4BEB-8CCC-ED95B111D84C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Clifton Hill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2EF2FE-B34C-4AF2-A624-0A6CA12BDE3E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Elige tu atracción favorita.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EBD2DF-C430-4D89-9BBC-A35C56AF59F9}"/>
              </a:ext>
            </a:extLst>
          </p:cNvPr>
          <p:cNvSpPr>
            <a:spLocks noGrp="1"/>
          </p:cNvSpPr>
          <p:nvPr/>
        </p:nvSpPr>
        <p:spPr>
          <a:xfrm>
            <a:off x="457200" y="192405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014AE2-02CB-449A-BF18-74DB0111F14B}"/>
              </a:ext>
            </a:extLst>
          </p:cNvPr>
          <p:cNvSpPr>
            <a:spLocks noGrp="1"/>
          </p:cNvSpPr>
          <p:nvPr/>
        </p:nvSpPr>
        <p:spPr>
          <a:xfrm>
            <a:off x="533400" y="226695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B786F0-1AF7-41DC-BF9C-2F7D306DAD7B}"/>
              </a:ext>
            </a:extLst>
          </p:cNvPr>
          <p:cNvSpPr>
            <a:spLocks noGrp="1"/>
          </p:cNvSpPr>
          <p:nvPr/>
        </p:nvSpPr>
        <p:spPr>
          <a:xfrm>
            <a:off x="676275" y="293370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E37FD89-4857-4FBB-B992-8C1BCE46810E}"/>
              </a:ext>
            </a:extLst>
          </p:cNvPr>
          <p:cNvSpPr>
            <a:spLocks noGrp="1"/>
          </p:cNvSpPr>
          <p:nvPr/>
        </p:nvSpPr>
        <p:spPr>
          <a:xfrm>
            <a:off x="514350" y="287655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DEFED8-5F12-45AF-A4A9-E29A439380FF}"/>
              </a:ext>
            </a:extLst>
          </p:cNvPr>
          <p:cNvSpPr>
            <a:spLocks noGrp="1"/>
          </p:cNvSpPr>
          <p:nvPr/>
        </p:nvSpPr>
        <p:spPr>
          <a:xfrm>
            <a:off x="561975" y="299085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243399-4CD6-4E46-B29F-ED9A82145F13}"/>
              </a:ext>
            </a:extLst>
          </p:cNvPr>
          <p:cNvSpPr>
            <a:spLocks noGrp="1"/>
          </p:cNvSpPr>
          <p:nvPr/>
        </p:nvSpPr>
        <p:spPr>
          <a:xfrm>
            <a:off x="1276350" y="302895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7E716C-258E-4D75-B2E7-3250089A405C}"/>
              </a:ext>
            </a:extLst>
          </p:cNvPr>
          <p:cNvSpPr>
            <a:spLocks noGrp="1"/>
          </p:cNvSpPr>
          <p:nvPr/>
        </p:nvSpPr>
        <p:spPr>
          <a:xfrm>
            <a:off x="5143500" y="45720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F7E6D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B8F52D-0431-4054-87D2-5644CD9934CA}"/>
              </a:ext>
            </a:extLst>
          </p:cNvPr>
          <p:cNvSpPr>
            <a:spLocks noGrp="1"/>
          </p:cNvSpPr>
          <p:nvPr/>
        </p:nvSpPr>
        <p:spPr>
          <a:xfrm>
            <a:off x="5257800" y="55245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1B9A09-DB2D-4EBE-B965-790C40FF7166}"/>
              </a:ext>
            </a:extLst>
          </p:cNvPr>
          <p:cNvSpPr>
            <a:spLocks noGrp="1"/>
          </p:cNvSpPr>
          <p:nvPr/>
        </p:nvSpPr>
        <p:spPr>
          <a:xfrm>
            <a:off x="5314950" y="97155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Cataratas del Niágara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48714D-82BB-43C7-BB0D-44D99A36DFAE}"/>
              </a:ext>
            </a:extLst>
          </p:cNvPr>
          <p:cNvSpPr>
            <a:spLocks noGrp="1"/>
          </p:cNvSpPr>
          <p:nvPr/>
        </p:nvSpPr>
        <p:spPr>
          <a:xfrm>
            <a:off x="5429250" y="145732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Mira el agua caer y encuentra tu mejor vista.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39FB85-6F45-4DD0-9D10-D909E75F2BEC}"/>
              </a:ext>
            </a:extLst>
          </p:cNvPr>
          <p:cNvSpPr>
            <a:spLocks noGrp="1"/>
          </p:cNvSpPr>
          <p:nvPr/>
        </p:nvSpPr>
        <p:spPr>
          <a:xfrm>
            <a:off x="5257800" y="192405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6C5C59-4516-4F9A-B347-9CCC910FD13B}"/>
              </a:ext>
            </a:extLst>
          </p:cNvPr>
          <p:cNvSpPr>
            <a:spLocks noGrp="1"/>
          </p:cNvSpPr>
          <p:nvPr/>
        </p:nvSpPr>
        <p:spPr>
          <a:xfrm>
            <a:off x="5334000" y="226695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B842C74-760E-45F5-BF2C-2EF05506067D}"/>
              </a:ext>
            </a:extLst>
          </p:cNvPr>
          <p:cNvSpPr>
            <a:spLocks noGrp="1"/>
          </p:cNvSpPr>
          <p:nvPr/>
        </p:nvSpPr>
        <p:spPr>
          <a:xfrm>
            <a:off x="5476875" y="293370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36D435A-DABE-440C-8BD5-1E87D757E4A9}"/>
              </a:ext>
            </a:extLst>
          </p:cNvPr>
          <p:cNvSpPr>
            <a:spLocks noGrp="1"/>
          </p:cNvSpPr>
          <p:nvPr/>
        </p:nvSpPr>
        <p:spPr>
          <a:xfrm>
            <a:off x="5314950" y="287655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A87E62-B033-4D65-A699-556844DAA11F}"/>
              </a:ext>
            </a:extLst>
          </p:cNvPr>
          <p:cNvSpPr>
            <a:spLocks noGrp="1"/>
          </p:cNvSpPr>
          <p:nvPr/>
        </p:nvSpPr>
        <p:spPr>
          <a:xfrm>
            <a:off x="5362575" y="299085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C9881C-B55C-4BBD-BCDE-7D62CAE4A9C5}"/>
              </a:ext>
            </a:extLst>
          </p:cNvPr>
          <p:cNvSpPr>
            <a:spLocks noGrp="1"/>
          </p:cNvSpPr>
          <p:nvPr/>
        </p:nvSpPr>
        <p:spPr>
          <a:xfrm>
            <a:off x="6076950" y="302895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26988A-D586-4F14-85AF-804FCA3499FA}"/>
              </a:ext>
            </a:extLst>
          </p:cNvPr>
          <p:cNvSpPr>
            <a:spLocks noGrp="1"/>
          </p:cNvSpPr>
          <p:nvPr/>
        </p:nvSpPr>
        <p:spPr>
          <a:xfrm>
            <a:off x="342900" y="409575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E5F2ED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4EF42F-1994-4A62-A201-19622A8F0853}"/>
              </a:ext>
            </a:extLst>
          </p:cNvPr>
          <p:cNvSpPr>
            <a:spLocks noGrp="1"/>
          </p:cNvSpPr>
          <p:nvPr/>
        </p:nvSpPr>
        <p:spPr>
          <a:xfrm>
            <a:off x="457200" y="419100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5116AD-8B1A-4B6B-A4B6-093334773131}"/>
              </a:ext>
            </a:extLst>
          </p:cNvPr>
          <p:cNvSpPr>
            <a:spLocks noGrp="1"/>
          </p:cNvSpPr>
          <p:nvPr/>
        </p:nvSpPr>
        <p:spPr>
          <a:xfrm>
            <a:off x="514350" y="461010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ROM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5ED424-B010-4092-B4A8-E3D330518DC6}"/>
              </a:ext>
            </a:extLst>
          </p:cNvPr>
          <p:cNvSpPr>
            <a:spLocks noGrp="1"/>
          </p:cNvSpPr>
          <p:nvPr/>
        </p:nvSpPr>
        <p:spPr>
          <a:xfrm>
            <a:off x="628650" y="509587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Descubre algo nuevo en el museo.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84D50F-544E-4337-B0B0-C410C91BE28C}"/>
              </a:ext>
            </a:extLst>
          </p:cNvPr>
          <p:cNvSpPr>
            <a:spLocks noGrp="1"/>
          </p:cNvSpPr>
          <p:nvPr/>
        </p:nvSpPr>
        <p:spPr>
          <a:xfrm>
            <a:off x="457200" y="556260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3D77E0-65FF-4DB9-9986-75C20A5081D6}"/>
              </a:ext>
            </a:extLst>
          </p:cNvPr>
          <p:cNvSpPr>
            <a:spLocks noGrp="1"/>
          </p:cNvSpPr>
          <p:nvPr/>
        </p:nvSpPr>
        <p:spPr>
          <a:xfrm>
            <a:off x="533400" y="590550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E657EBD-D0A7-4492-A02C-3A3610A16CF0}"/>
              </a:ext>
            </a:extLst>
          </p:cNvPr>
          <p:cNvSpPr>
            <a:spLocks noGrp="1"/>
          </p:cNvSpPr>
          <p:nvPr/>
        </p:nvSpPr>
        <p:spPr>
          <a:xfrm>
            <a:off x="676275" y="657225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C3D5B95-C2FF-42F2-B9F8-A3CF2A57F0F5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16078B-98B0-4A28-9559-AEA10DDCDBB5}"/>
              </a:ext>
            </a:extLst>
          </p:cNvPr>
          <p:cNvSpPr>
            <a:spLocks noGrp="1"/>
          </p:cNvSpPr>
          <p:nvPr/>
        </p:nvSpPr>
        <p:spPr>
          <a:xfrm>
            <a:off x="561975" y="662940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C295B9-E5E4-4242-A843-CB6968F408E2}"/>
              </a:ext>
            </a:extLst>
          </p:cNvPr>
          <p:cNvSpPr>
            <a:spLocks noGrp="1"/>
          </p:cNvSpPr>
          <p:nvPr/>
        </p:nvSpPr>
        <p:spPr>
          <a:xfrm>
            <a:off x="1276350" y="666750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3C2BCE8-6CD8-48D1-A61C-A9B00E6FA1AD}"/>
              </a:ext>
            </a:extLst>
          </p:cNvPr>
          <p:cNvSpPr>
            <a:spLocks noGrp="1"/>
          </p:cNvSpPr>
          <p:nvPr/>
        </p:nvSpPr>
        <p:spPr>
          <a:xfrm>
            <a:off x="5143500" y="409575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F7E6D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800B65-5840-4824-8EBC-ED4488C39A38}"/>
              </a:ext>
            </a:extLst>
          </p:cNvPr>
          <p:cNvSpPr>
            <a:spLocks noGrp="1"/>
          </p:cNvSpPr>
          <p:nvPr/>
        </p:nvSpPr>
        <p:spPr>
          <a:xfrm>
            <a:off x="5257800" y="419100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9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7374A7-F49C-4E24-A152-2A0EFAF097F2}"/>
              </a:ext>
            </a:extLst>
          </p:cNvPr>
          <p:cNvSpPr>
            <a:spLocks noGrp="1"/>
          </p:cNvSpPr>
          <p:nvPr/>
        </p:nvSpPr>
        <p:spPr>
          <a:xfrm>
            <a:off x="5314950" y="461010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Whirlpool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7E0383-32CC-423A-81BE-AB701BE091B5}"/>
              </a:ext>
            </a:extLst>
          </p:cNvPr>
          <p:cNvSpPr>
            <a:spLocks noGrp="1"/>
          </p:cNvSpPr>
          <p:nvPr/>
        </p:nvSpPr>
        <p:spPr>
          <a:xfrm>
            <a:off x="5429250" y="509587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Observa cómo gira el agua.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DDD882-F887-4FD4-8F55-8F39EB1E1F83}"/>
              </a:ext>
            </a:extLst>
          </p:cNvPr>
          <p:cNvSpPr>
            <a:spLocks noGrp="1"/>
          </p:cNvSpPr>
          <p:nvPr/>
        </p:nvSpPr>
        <p:spPr>
          <a:xfrm>
            <a:off x="5257800" y="556260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37D698-2A2D-47B8-9304-FCB5AB1BC8E2}"/>
              </a:ext>
            </a:extLst>
          </p:cNvPr>
          <p:cNvSpPr>
            <a:spLocks noGrp="1"/>
          </p:cNvSpPr>
          <p:nvPr/>
        </p:nvSpPr>
        <p:spPr>
          <a:xfrm>
            <a:off x="5334000" y="590550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80FC0B7-9703-4480-9A08-BF09804A9C92}"/>
              </a:ext>
            </a:extLst>
          </p:cNvPr>
          <p:cNvSpPr>
            <a:spLocks noGrp="1"/>
          </p:cNvSpPr>
          <p:nvPr/>
        </p:nvSpPr>
        <p:spPr>
          <a:xfrm>
            <a:off x="5476875" y="657225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0AC749A-69B4-46B5-8788-B8E23867EF29}"/>
              </a:ext>
            </a:extLst>
          </p:cNvPr>
          <p:cNvSpPr>
            <a:spLocks noGrp="1"/>
          </p:cNvSpPr>
          <p:nvPr/>
        </p:nvSpPr>
        <p:spPr>
          <a:xfrm>
            <a:off x="5314950" y="651510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8EB6AF-00D6-42C3-8E8A-C7E070DD9981}"/>
              </a:ext>
            </a:extLst>
          </p:cNvPr>
          <p:cNvSpPr>
            <a:spLocks noGrp="1"/>
          </p:cNvSpPr>
          <p:nvPr/>
        </p:nvSpPr>
        <p:spPr>
          <a:xfrm>
            <a:off x="5362575" y="662940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A26E3C7-7A35-4C47-96F6-697D6665EF41}"/>
              </a:ext>
            </a:extLst>
          </p:cNvPr>
          <p:cNvSpPr>
            <a:spLocks noGrp="1"/>
          </p:cNvSpPr>
          <p:nvPr/>
        </p:nvSpPr>
        <p:spPr>
          <a:xfrm>
            <a:off x="6076950" y="666750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</p:spTree>
    <p:extLst>
      <p:ext uri="{BB962C8B-B14F-4D97-AF65-F5344CB8AC3E}">
        <p14:creationId xmlns:p14="http://schemas.microsoft.com/office/powerpoint/2010/main" val="25463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F9B0A3A2-604E-4E96-B8A4-A0E282E321CD}"/>
              </a:ext>
            </a:extLst>
          </p:cNvPr>
          <p:cNvSpPr>
            <a:spLocks noGrp="1"/>
          </p:cNvSpPr>
          <p:nvPr/>
        </p:nvSpPr>
        <p:spPr>
          <a:xfrm>
            <a:off x="285750" y="95250"/>
            <a:ext cx="948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HOJA 2 • REVERSO • cortar por las líneas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0B3B921A-F928-4399-A943-5EAD3DC73370}"/>
              </a:ext>
            </a:extLst>
          </p:cNvPr>
          <p:cNvSpPr>
            <a:spLocks noGrp="1"/>
          </p:cNvSpPr>
          <p:nvPr/>
        </p:nvSpPr>
        <p:spPr>
          <a:xfrm>
            <a:off x="5029200" y="400050"/>
            <a:ext cx="0" cy="6972300"/>
          </a:xfrm>
          <a:prstGeom prst="line">
            <a:avLst/>
          </a:prstGeom>
          <a:ln w="9525">
            <a:solidFill>
              <a:srgbClr val="C9B8A8"/>
            </a:solidFill>
            <a:prstDash val="dash"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68B21D2-F440-4006-AF5D-E439945CDA9A}"/>
              </a:ext>
            </a:extLst>
          </p:cNvPr>
          <p:cNvSpPr>
            <a:spLocks noGrp="1"/>
          </p:cNvSpPr>
          <p:nvPr/>
        </p:nvSpPr>
        <p:spPr>
          <a:xfrm>
            <a:off x="285750" y="3886200"/>
            <a:ext cx="9486900" cy="0"/>
          </a:xfrm>
          <a:prstGeom prst="line">
            <a:avLst/>
          </a:prstGeom>
          <a:ln w="9525">
            <a:solidFill>
              <a:srgbClr val="C9B8A8"/>
            </a:solidFill>
            <a:prstDash val="dash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21823F-E673-42CA-937A-853E22255706}"/>
              </a:ext>
            </a:extLst>
          </p:cNvPr>
          <p:cNvSpPr>
            <a:spLocks noGrp="1"/>
          </p:cNvSpPr>
          <p:nvPr/>
        </p:nvSpPr>
        <p:spPr>
          <a:xfrm>
            <a:off x="342900" y="45720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F7E6D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5B3997-191D-4660-A6C2-2AF67ED8D577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050787-55EC-4534-B13E-912805AAE956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Whirlpool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803689-3602-479C-B97A-D79B1C2F511F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Observa cómo gira el agua.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F5A4CF-E271-48C8-BDCD-8F1F3DC86375}"/>
              </a:ext>
            </a:extLst>
          </p:cNvPr>
          <p:cNvSpPr>
            <a:spLocks noGrp="1"/>
          </p:cNvSpPr>
          <p:nvPr/>
        </p:nvSpPr>
        <p:spPr>
          <a:xfrm>
            <a:off x="457200" y="192405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549CA6-30C5-4A2C-B6D6-8830032ACC25}"/>
              </a:ext>
            </a:extLst>
          </p:cNvPr>
          <p:cNvSpPr>
            <a:spLocks noGrp="1"/>
          </p:cNvSpPr>
          <p:nvPr/>
        </p:nvSpPr>
        <p:spPr>
          <a:xfrm>
            <a:off x="533400" y="226695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347557-DF92-4B07-9F7D-6EDF0B24350E}"/>
              </a:ext>
            </a:extLst>
          </p:cNvPr>
          <p:cNvSpPr>
            <a:spLocks noGrp="1"/>
          </p:cNvSpPr>
          <p:nvPr/>
        </p:nvSpPr>
        <p:spPr>
          <a:xfrm>
            <a:off x="676275" y="293370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4E3C8C0-4BF7-46F8-82FE-0D2BF6FA25D8}"/>
              </a:ext>
            </a:extLst>
          </p:cNvPr>
          <p:cNvSpPr>
            <a:spLocks noGrp="1"/>
          </p:cNvSpPr>
          <p:nvPr/>
        </p:nvSpPr>
        <p:spPr>
          <a:xfrm>
            <a:off x="514350" y="287655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B06CE4-48FD-4A16-9D66-472292F8BF11}"/>
              </a:ext>
            </a:extLst>
          </p:cNvPr>
          <p:cNvSpPr>
            <a:spLocks noGrp="1"/>
          </p:cNvSpPr>
          <p:nvPr/>
        </p:nvSpPr>
        <p:spPr>
          <a:xfrm>
            <a:off x="561975" y="299085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29FBA9-3060-416C-BEE5-555BBA71C0F0}"/>
              </a:ext>
            </a:extLst>
          </p:cNvPr>
          <p:cNvSpPr>
            <a:spLocks noGrp="1"/>
          </p:cNvSpPr>
          <p:nvPr/>
        </p:nvSpPr>
        <p:spPr>
          <a:xfrm>
            <a:off x="1276350" y="302895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EFFF8D-4C2B-4DF2-A3E6-279074C490B6}"/>
              </a:ext>
            </a:extLst>
          </p:cNvPr>
          <p:cNvSpPr>
            <a:spLocks noGrp="1"/>
          </p:cNvSpPr>
          <p:nvPr/>
        </p:nvSpPr>
        <p:spPr>
          <a:xfrm>
            <a:off x="5143500" y="45720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E5F2ED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6DFFA7-3F5C-47B5-92E1-1A7E23C8A690}"/>
              </a:ext>
            </a:extLst>
          </p:cNvPr>
          <p:cNvSpPr>
            <a:spLocks noGrp="1"/>
          </p:cNvSpPr>
          <p:nvPr/>
        </p:nvSpPr>
        <p:spPr>
          <a:xfrm>
            <a:off x="5257800" y="55245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758A57-DECB-4D57-8A4A-7DF405C17999}"/>
              </a:ext>
            </a:extLst>
          </p:cNvPr>
          <p:cNvSpPr>
            <a:spLocks noGrp="1"/>
          </p:cNvSpPr>
          <p:nvPr/>
        </p:nvSpPr>
        <p:spPr>
          <a:xfrm>
            <a:off x="5314950" y="97155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ROM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DEE534-F496-427A-867B-2CE3D2E6B11D}"/>
              </a:ext>
            </a:extLst>
          </p:cNvPr>
          <p:cNvSpPr>
            <a:spLocks noGrp="1"/>
          </p:cNvSpPr>
          <p:nvPr/>
        </p:nvSpPr>
        <p:spPr>
          <a:xfrm>
            <a:off x="5429250" y="145732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Descubre algo nuevo en el museo.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F54942-82C4-4520-80CB-153CFF18DEFA}"/>
              </a:ext>
            </a:extLst>
          </p:cNvPr>
          <p:cNvSpPr>
            <a:spLocks noGrp="1"/>
          </p:cNvSpPr>
          <p:nvPr/>
        </p:nvSpPr>
        <p:spPr>
          <a:xfrm>
            <a:off x="5257800" y="192405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C334B6-8C4D-4882-AC0D-7717F970AFC3}"/>
              </a:ext>
            </a:extLst>
          </p:cNvPr>
          <p:cNvSpPr>
            <a:spLocks noGrp="1"/>
          </p:cNvSpPr>
          <p:nvPr/>
        </p:nvSpPr>
        <p:spPr>
          <a:xfrm>
            <a:off x="5334000" y="226695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E7BFB24-9F9B-4B3C-AF6E-23EB5305E309}"/>
              </a:ext>
            </a:extLst>
          </p:cNvPr>
          <p:cNvSpPr>
            <a:spLocks noGrp="1"/>
          </p:cNvSpPr>
          <p:nvPr/>
        </p:nvSpPr>
        <p:spPr>
          <a:xfrm>
            <a:off x="5476875" y="293370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9A9535-58F5-4AFC-B8C9-8B024AE13FAA}"/>
              </a:ext>
            </a:extLst>
          </p:cNvPr>
          <p:cNvSpPr>
            <a:spLocks noGrp="1"/>
          </p:cNvSpPr>
          <p:nvPr/>
        </p:nvSpPr>
        <p:spPr>
          <a:xfrm>
            <a:off x="5314950" y="287655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72CA3B-D9BF-4325-B85B-3802EA9BF45D}"/>
              </a:ext>
            </a:extLst>
          </p:cNvPr>
          <p:cNvSpPr>
            <a:spLocks noGrp="1"/>
          </p:cNvSpPr>
          <p:nvPr/>
        </p:nvSpPr>
        <p:spPr>
          <a:xfrm>
            <a:off x="5362575" y="299085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28C534-740A-4C26-BAA1-5F471A30B10D}"/>
              </a:ext>
            </a:extLst>
          </p:cNvPr>
          <p:cNvSpPr>
            <a:spLocks noGrp="1"/>
          </p:cNvSpPr>
          <p:nvPr/>
        </p:nvSpPr>
        <p:spPr>
          <a:xfrm>
            <a:off x="6076950" y="302895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7CB5A20-14ED-4DC5-BB5F-CDBB172432E1}"/>
              </a:ext>
            </a:extLst>
          </p:cNvPr>
          <p:cNvSpPr>
            <a:spLocks noGrp="1"/>
          </p:cNvSpPr>
          <p:nvPr/>
        </p:nvSpPr>
        <p:spPr>
          <a:xfrm>
            <a:off x="342900" y="409575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F7E6D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03A993-CAD8-450E-9E7E-A2E8DFB0A57D}"/>
              </a:ext>
            </a:extLst>
          </p:cNvPr>
          <p:cNvSpPr>
            <a:spLocks noGrp="1"/>
          </p:cNvSpPr>
          <p:nvPr/>
        </p:nvSpPr>
        <p:spPr>
          <a:xfrm>
            <a:off x="457200" y="419100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AE858D-4582-4A71-98F5-CAB0849C4BC7}"/>
              </a:ext>
            </a:extLst>
          </p:cNvPr>
          <p:cNvSpPr>
            <a:spLocks noGrp="1"/>
          </p:cNvSpPr>
          <p:nvPr/>
        </p:nvSpPr>
        <p:spPr>
          <a:xfrm>
            <a:off x="514350" y="461010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Cataratas del Niágara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D9C13B-177D-41A4-B4BB-05743F24FD21}"/>
              </a:ext>
            </a:extLst>
          </p:cNvPr>
          <p:cNvSpPr>
            <a:spLocks noGrp="1"/>
          </p:cNvSpPr>
          <p:nvPr/>
        </p:nvSpPr>
        <p:spPr>
          <a:xfrm>
            <a:off x="628650" y="509587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Mira el agua caer y encuentra tu mejor vista.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DE0B14-E224-45DB-A088-9D105A0442E0}"/>
              </a:ext>
            </a:extLst>
          </p:cNvPr>
          <p:cNvSpPr>
            <a:spLocks noGrp="1"/>
          </p:cNvSpPr>
          <p:nvPr/>
        </p:nvSpPr>
        <p:spPr>
          <a:xfrm>
            <a:off x="457200" y="556260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E94FBD-C14C-47F3-8480-4272B64C1325}"/>
              </a:ext>
            </a:extLst>
          </p:cNvPr>
          <p:cNvSpPr>
            <a:spLocks noGrp="1"/>
          </p:cNvSpPr>
          <p:nvPr/>
        </p:nvSpPr>
        <p:spPr>
          <a:xfrm>
            <a:off x="533400" y="590550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95FD326-ADE2-4ABC-B429-785E24CD49DF}"/>
              </a:ext>
            </a:extLst>
          </p:cNvPr>
          <p:cNvSpPr>
            <a:spLocks noGrp="1"/>
          </p:cNvSpPr>
          <p:nvPr/>
        </p:nvSpPr>
        <p:spPr>
          <a:xfrm>
            <a:off x="676275" y="657225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835843B-2D3A-4598-B523-BA0381884D86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795D58-F0F7-4E9F-9B09-8AD1DADFEECF}"/>
              </a:ext>
            </a:extLst>
          </p:cNvPr>
          <p:cNvSpPr>
            <a:spLocks noGrp="1"/>
          </p:cNvSpPr>
          <p:nvPr/>
        </p:nvSpPr>
        <p:spPr>
          <a:xfrm>
            <a:off x="561975" y="662940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A6220C-DAA4-4141-9B08-CF872D92A214}"/>
              </a:ext>
            </a:extLst>
          </p:cNvPr>
          <p:cNvSpPr>
            <a:spLocks noGrp="1"/>
          </p:cNvSpPr>
          <p:nvPr/>
        </p:nvSpPr>
        <p:spPr>
          <a:xfrm>
            <a:off x="1276350" y="666750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01002F6-D04D-45B3-BC38-D63942A26524}"/>
              </a:ext>
            </a:extLst>
          </p:cNvPr>
          <p:cNvSpPr>
            <a:spLocks noGrp="1"/>
          </p:cNvSpPr>
          <p:nvPr/>
        </p:nvSpPr>
        <p:spPr>
          <a:xfrm>
            <a:off x="5143500" y="409575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E5F2ED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7F11F6-8EF0-4C40-959D-F00296725798}"/>
              </a:ext>
            </a:extLst>
          </p:cNvPr>
          <p:cNvSpPr>
            <a:spLocks noGrp="1"/>
          </p:cNvSpPr>
          <p:nvPr/>
        </p:nvSpPr>
        <p:spPr>
          <a:xfrm>
            <a:off x="5257800" y="419100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CC422B-CEC9-4346-B2AA-208C83A3163A}"/>
              </a:ext>
            </a:extLst>
          </p:cNvPr>
          <p:cNvSpPr>
            <a:spLocks noGrp="1"/>
          </p:cNvSpPr>
          <p:nvPr/>
        </p:nvSpPr>
        <p:spPr>
          <a:xfrm>
            <a:off x="5314950" y="461010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Clifton Hill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3EAA36-CEB7-49EC-ACF3-0BA4CE04BF32}"/>
              </a:ext>
            </a:extLst>
          </p:cNvPr>
          <p:cNvSpPr>
            <a:spLocks noGrp="1"/>
          </p:cNvSpPr>
          <p:nvPr/>
        </p:nvSpPr>
        <p:spPr>
          <a:xfrm>
            <a:off x="5429250" y="509587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Elige tu atracción favorita.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EE33E0E-E071-4E35-9DBB-B8311D92BC56}"/>
              </a:ext>
            </a:extLst>
          </p:cNvPr>
          <p:cNvSpPr>
            <a:spLocks noGrp="1"/>
          </p:cNvSpPr>
          <p:nvPr/>
        </p:nvSpPr>
        <p:spPr>
          <a:xfrm>
            <a:off x="5257800" y="556260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2D12FF-41B5-4463-9ED3-05CECE214676}"/>
              </a:ext>
            </a:extLst>
          </p:cNvPr>
          <p:cNvSpPr>
            <a:spLocks noGrp="1"/>
          </p:cNvSpPr>
          <p:nvPr/>
        </p:nvSpPr>
        <p:spPr>
          <a:xfrm>
            <a:off x="5334000" y="590550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562E55E-FFA7-4EC3-87EB-D7655A2B8FCA}"/>
              </a:ext>
            </a:extLst>
          </p:cNvPr>
          <p:cNvSpPr>
            <a:spLocks noGrp="1"/>
          </p:cNvSpPr>
          <p:nvPr/>
        </p:nvSpPr>
        <p:spPr>
          <a:xfrm>
            <a:off x="5476875" y="657225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803A694-DF74-4795-BAD5-4E6A3CC40249}"/>
              </a:ext>
            </a:extLst>
          </p:cNvPr>
          <p:cNvSpPr>
            <a:spLocks noGrp="1"/>
          </p:cNvSpPr>
          <p:nvPr/>
        </p:nvSpPr>
        <p:spPr>
          <a:xfrm>
            <a:off x="5314950" y="651510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BA42782-8AA1-47B8-8836-BF2E9855BB1F}"/>
              </a:ext>
            </a:extLst>
          </p:cNvPr>
          <p:cNvSpPr>
            <a:spLocks noGrp="1"/>
          </p:cNvSpPr>
          <p:nvPr/>
        </p:nvSpPr>
        <p:spPr>
          <a:xfrm>
            <a:off x="5362575" y="662940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E15DC3-A117-4D13-B8DE-7A87323CD960}"/>
              </a:ext>
            </a:extLst>
          </p:cNvPr>
          <p:cNvSpPr>
            <a:spLocks noGrp="1"/>
          </p:cNvSpPr>
          <p:nvPr/>
        </p:nvSpPr>
        <p:spPr>
          <a:xfrm>
            <a:off x="6076950" y="666750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</p:spTree>
    <p:extLst>
      <p:ext uri="{BB962C8B-B14F-4D97-AF65-F5344CB8AC3E}">
        <p14:creationId xmlns:p14="http://schemas.microsoft.com/office/powerpoint/2010/main" val="507324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65D5147-00B7-4256-88EA-6BA2B4AA405F}"/>
              </a:ext>
            </a:extLst>
          </p:cNvPr>
          <p:cNvSpPr>
            <a:spLocks noGrp="1"/>
          </p:cNvSpPr>
          <p:nvPr/>
        </p:nvSpPr>
        <p:spPr>
          <a:xfrm>
            <a:off x="285750" y="95250"/>
            <a:ext cx="948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HOJA 3 • FRENTE • cortar por las líneas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2460258C-DF18-4B07-AEDA-EC18910BC91B}"/>
              </a:ext>
            </a:extLst>
          </p:cNvPr>
          <p:cNvSpPr>
            <a:spLocks noGrp="1"/>
          </p:cNvSpPr>
          <p:nvPr/>
        </p:nvSpPr>
        <p:spPr>
          <a:xfrm>
            <a:off x="5029200" y="400050"/>
            <a:ext cx="0" cy="6972300"/>
          </a:xfrm>
          <a:prstGeom prst="line">
            <a:avLst/>
          </a:prstGeom>
          <a:ln w="9525">
            <a:solidFill>
              <a:srgbClr val="C9B8A8"/>
            </a:solidFill>
            <a:prstDash val="dash"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5A3BF3C-C112-4416-B945-5A08DEFF7003}"/>
              </a:ext>
            </a:extLst>
          </p:cNvPr>
          <p:cNvSpPr>
            <a:spLocks noGrp="1"/>
          </p:cNvSpPr>
          <p:nvPr/>
        </p:nvSpPr>
        <p:spPr>
          <a:xfrm>
            <a:off x="285750" y="3886200"/>
            <a:ext cx="9486900" cy="0"/>
          </a:xfrm>
          <a:prstGeom prst="line">
            <a:avLst/>
          </a:prstGeom>
          <a:ln w="9525">
            <a:solidFill>
              <a:srgbClr val="C9B8A8"/>
            </a:solidFill>
            <a:prstDash val="dash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8C3A00-514A-4381-B3F1-BF8C0ADAE119}"/>
              </a:ext>
            </a:extLst>
          </p:cNvPr>
          <p:cNvSpPr>
            <a:spLocks noGrp="1"/>
          </p:cNvSpPr>
          <p:nvPr/>
        </p:nvSpPr>
        <p:spPr>
          <a:xfrm>
            <a:off x="342900" y="45720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E5F2ED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5CD1C3-F400-4DEE-BBAC-B4A5EA5F72F8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8E48C4-B482-492D-A618-25FA1E0814AA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Bird Kingdom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67B8C2-C5C9-4351-8515-4A6A969A470D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Conoce un ave sorprendente.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22AA06-FFD6-4B3D-A1DC-FEEBB0E996C0}"/>
              </a:ext>
            </a:extLst>
          </p:cNvPr>
          <p:cNvSpPr>
            <a:spLocks noGrp="1"/>
          </p:cNvSpPr>
          <p:nvPr/>
        </p:nvSpPr>
        <p:spPr>
          <a:xfrm>
            <a:off x="457200" y="192405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672C16-38C9-4405-BCBB-B10F1E277698}"/>
              </a:ext>
            </a:extLst>
          </p:cNvPr>
          <p:cNvSpPr>
            <a:spLocks noGrp="1"/>
          </p:cNvSpPr>
          <p:nvPr/>
        </p:nvSpPr>
        <p:spPr>
          <a:xfrm>
            <a:off x="533400" y="226695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479F60D-9DE0-4B22-B92F-BA9DF460FF34}"/>
              </a:ext>
            </a:extLst>
          </p:cNvPr>
          <p:cNvSpPr>
            <a:spLocks noGrp="1"/>
          </p:cNvSpPr>
          <p:nvPr/>
        </p:nvSpPr>
        <p:spPr>
          <a:xfrm>
            <a:off x="676275" y="293370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539AE99-1D47-421B-B0FF-7E7655AF00D0}"/>
              </a:ext>
            </a:extLst>
          </p:cNvPr>
          <p:cNvSpPr>
            <a:spLocks noGrp="1"/>
          </p:cNvSpPr>
          <p:nvPr/>
        </p:nvSpPr>
        <p:spPr>
          <a:xfrm>
            <a:off x="514350" y="287655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10C167-2974-4BFF-95EE-523DB2F3659D}"/>
              </a:ext>
            </a:extLst>
          </p:cNvPr>
          <p:cNvSpPr>
            <a:spLocks noGrp="1"/>
          </p:cNvSpPr>
          <p:nvPr/>
        </p:nvSpPr>
        <p:spPr>
          <a:xfrm>
            <a:off x="561975" y="299085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6167F-0AF7-41FC-AF13-A835FF60BCB7}"/>
              </a:ext>
            </a:extLst>
          </p:cNvPr>
          <p:cNvSpPr>
            <a:spLocks noGrp="1"/>
          </p:cNvSpPr>
          <p:nvPr/>
        </p:nvSpPr>
        <p:spPr>
          <a:xfrm>
            <a:off x="1276350" y="302895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A37025-CEB5-429B-BC7E-506740104A65}"/>
              </a:ext>
            </a:extLst>
          </p:cNvPr>
          <p:cNvSpPr>
            <a:spLocks noGrp="1"/>
          </p:cNvSpPr>
          <p:nvPr/>
        </p:nvSpPr>
        <p:spPr>
          <a:xfrm>
            <a:off x="5143500" y="45720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F7E6D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D3D814-BF5F-4341-A145-C87CD1B9D1AF}"/>
              </a:ext>
            </a:extLst>
          </p:cNvPr>
          <p:cNvSpPr>
            <a:spLocks noGrp="1"/>
          </p:cNvSpPr>
          <p:nvPr/>
        </p:nvSpPr>
        <p:spPr>
          <a:xfrm>
            <a:off x="5257800" y="55245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781236-57DC-45DA-A411-F4B8ED55F7E0}"/>
              </a:ext>
            </a:extLst>
          </p:cNvPr>
          <p:cNvSpPr>
            <a:spLocks noGrp="1"/>
          </p:cNvSpPr>
          <p:nvPr/>
        </p:nvSpPr>
        <p:spPr>
          <a:xfrm>
            <a:off x="5314950" y="97155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Safari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BEC6B9-92C8-4673-953D-06C7ACEE6A6B}"/>
              </a:ext>
            </a:extLst>
          </p:cNvPr>
          <p:cNvSpPr>
            <a:spLocks noGrp="1"/>
          </p:cNvSpPr>
          <p:nvPr/>
        </p:nvSpPr>
        <p:spPr>
          <a:xfrm>
            <a:off x="5429250" y="145732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Busca animales y elige tu favorito.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CA1B83-3E8A-40CA-8BBA-A14AFCA7C103}"/>
              </a:ext>
            </a:extLst>
          </p:cNvPr>
          <p:cNvSpPr>
            <a:spLocks noGrp="1"/>
          </p:cNvSpPr>
          <p:nvPr/>
        </p:nvSpPr>
        <p:spPr>
          <a:xfrm>
            <a:off x="5257800" y="192405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573C89-693B-4E9D-BF2C-57C4705990D4}"/>
              </a:ext>
            </a:extLst>
          </p:cNvPr>
          <p:cNvSpPr>
            <a:spLocks noGrp="1"/>
          </p:cNvSpPr>
          <p:nvPr/>
        </p:nvSpPr>
        <p:spPr>
          <a:xfrm>
            <a:off x="5334000" y="226695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4CA0F8C-C4F1-438B-AC13-889174C9F6C3}"/>
              </a:ext>
            </a:extLst>
          </p:cNvPr>
          <p:cNvSpPr>
            <a:spLocks noGrp="1"/>
          </p:cNvSpPr>
          <p:nvPr/>
        </p:nvSpPr>
        <p:spPr>
          <a:xfrm>
            <a:off x="5476875" y="293370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6906879-23A8-4178-9638-B5C3D7388348}"/>
              </a:ext>
            </a:extLst>
          </p:cNvPr>
          <p:cNvSpPr>
            <a:spLocks noGrp="1"/>
          </p:cNvSpPr>
          <p:nvPr/>
        </p:nvSpPr>
        <p:spPr>
          <a:xfrm>
            <a:off x="5314950" y="287655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309E02-C536-42CA-B3C1-1953DA1FF36E}"/>
              </a:ext>
            </a:extLst>
          </p:cNvPr>
          <p:cNvSpPr>
            <a:spLocks noGrp="1"/>
          </p:cNvSpPr>
          <p:nvPr/>
        </p:nvSpPr>
        <p:spPr>
          <a:xfrm>
            <a:off x="5362575" y="299085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1EC51E-75D3-4636-88E6-EBBC7DFCA353}"/>
              </a:ext>
            </a:extLst>
          </p:cNvPr>
          <p:cNvSpPr>
            <a:spLocks noGrp="1"/>
          </p:cNvSpPr>
          <p:nvPr/>
        </p:nvSpPr>
        <p:spPr>
          <a:xfrm>
            <a:off x="6076950" y="302895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42112CA-0FAB-4352-B9FE-795F8E33A884}"/>
              </a:ext>
            </a:extLst>
          </p:cNvPr>
          <p:cNvSpPr>
            <a:spLocks noGrp="1"/>
          </p:cNvSpPr>
          <p:nvPr/>
        </p:nvSpPr>
        <p:spPr>
          <a:xfrm>
            <a:off x="342900" y="409575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E5F2ED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DDD3A4-4378-480E-B511-A659E25F5E82}"/>
              </a:ext>
            </a:extLst>
          </p:cNvPr>
          <p:cNvSpPr>
            <a:spLocks noGrp="1"/>
          </p:cNvSpPr>
          <p:nvPr/>
        </p:nvSpPr>
        <p:spPr>
          <a:xfrm>
            <a:off x="457200" y="419100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3F4677-7B9E-4BFD-8CA5-B2FB4DF4FA0B}"/>
              </a:ext>
            </a:extLst>
          </p:cNvPr>
          <p:cNvSpPr>
            <a:spLocks noGrp="1"/>
          </p:cNvSpPr>
          <p:nvPr/>
        </p:nvSpPr>
        <p:spPr>
          <a:xfrm>
            <a:off x="514350" y="461010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Niagara-on-the-Lake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45DD9D-6CC8-4966-9BB5-0EDD7D279B90}"/>
              </a:ext>
            </a:extLst>
          </p:cNvPr>
          <p:cNvSpPr>
            <a:spLocks noGrp="1"/>
          </p:cNvSpPr>
          <p:nvPr/>
        </p:nvSpPr>
        <p:spPr>
          <a:xfrm>
            <a:off x="628650" y="509587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Pasea y descubre un rincón bonito.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B0BFAE-577B-4EC9-8F9B-02AB8AE6C829}"/>
              </a:ext>
            </a:extLst>
          </p:cNvPr>
          <p:cNvSpPr>
            <a:spLocks noGrp="1"/>
          </p:cNvSpPr>
          <p:nvPr/>
        </p:nvSpPr>
        <p:spPr>
          <a:xfrm>
            <a:off x="457200" y="556260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231D54-5554-406D-8050-C0E0AFB4D6AC}"/>
              </a:ext>
            </a:extLst>
          </p:cNvPr>
          <p:cNvSpPr>
            <a:spLocks noGrp="1"/>
          </p:cNvSpPr>
          <p:nvPr/>
        </p:nvSpPr>
        <p:spPr>
          <a:xfrm>
            <a:off x="533400" y="590550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741F0E5-F8CF-4116-A276-74B0B48D8225}"/>
              </a:ext>
            </a:extLst>
          </p:cNvPr>
          <p:cNvSpPr>
            <a:spLocks noGrp="1"/>
          </p:cNvSpPr>
          <p:nvPr/>
        </p:nvSpPr>
        <p:spPr>
          <a:xfrm>
            <a:off x="676275" y="657225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5827EC0-079D-48A9-96F6-4E306D1FEE9E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A7AD86-E00F-4A6C-B7A0-800F5C49E1C3}"/>
              </a:ext>
            </a:extLst>
          </p:cNvPr>
          <p:cNvSpPr>
            <a:spLocks noGrp="1"/>
          </p:cNvSpPr>
          <p:nvPr/>
        </p:nvSpPr>
        <p:spPr>
          <a:xfrm>
            <a:off x="561975" y="662940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4D62751-BC2B-4800-9FF1-98E43EF8071F}"/>
              </a:ext>
            </a:extLst>
          </p:cNvPr>
          <p:cNvSpPr>
            <a:spLocks noGrp="1"/>
          </p:cNvSpPr>
          <p:nvPr/>
        </p:nvSpPr>
        <p:spPr>
          <a:xfrm>
            <a:off x="1276350" y="666750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8DC6880-7F0A-48B5-AA2E-31229A6AED6F}"/>
              </a:ext>
            </a:extLst>
          </p:cNvPr>
          <p:cNvSpPr>
            <a:spLocks noGrp="1"/>
          </p:cNvSpPr>
          <p:nvPr/>
        </p:nvSpPr>
        <p:spPr>
          <a:xfrm>
            <a:off x="5143500" y="409575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F7E6D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22A7E2-F9CD-415C-86EA-619454008110}"/>
              </a:ext>
            </a:extLst>
          </p:cNvPr>
          <p:cNvSpPr>
            <a:spLocks noGrp="1"/>
          </p:cNvSpPr>
          <p:nvPr/>
        </p:nvSpPr>
        <p:spPr>
          <a:xfrm>
            <a:off x="5257800" y="419100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7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0CEC32-A2E4-4800-A766-32ACDED01EBF}"/>
              </a:ext>
            </a:extLst>
          </p:cNvPr>
          <p:cNvSpPr>
            <a:spLocks noGrp="1"/>
          </p:cNvSpPr>
          <p:nvPr/>
        </p:nvSpPr>
        <p:spPr>
          <a:xfrm>
            <a:off x="5314950" y="461010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Fort George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D81274-6418-4846-B26E-D533DED8FA45}"/>
              </a:ext>
            </a:extLst>
          </p:cNvPr>
          <p:cNvSpPr>
            <a:spLocks noGrp="1"/>
          </p:cNvSpPr>
          <p:nvPr/>
        </p:nvSpPr>
        <p:spPr>
          <a:xfrm>
            <a:off x="5429250" y="509587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Viaja al pasado y encuentra una historia.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1A2DF6-3DC5-437A-8DFE-3E3967935576}"/>
              </a:ext>
            </a:extLst>
          </p:cNvPr>
          <p:cNvSpPr>
            <a:spLocks noGrp="1"/>
          </p:cNvSpPr>
          <p:nvPr/>
        </p:nvSpPr>
        <p:spPr>
          <a:xfrm>
            <a:off x="5257800" y="556260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EF20D2A-9003-4964-B624-D264EE08E3B1}"/>
              </a:ext>
            </a:extLst>
          </p:cNvPr>
          <p:cNvSpPr>
            <a:spLocks noGrp="1"/>
          </p:cNvSpPr>
          <p:nvPr/>
        </p:nvSpPr>
        <p:spPr>
          <a:xfrm>
            <a:off x="5334000" y="590550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FFE3017-FA8A-44FE-A52E-A77A8295A5B9}"/>
              </a:ext>
            </a:extLst>
          </p:cNvPr>
          <p:cNvSpPr>
            <a:spLocks noGrp="1"/>
          </p:cNvSpPr>
          <p:nvPr/>
        </p:nvSpPr>
        <p:spPr>
          <a:xfrm>
            <a:off x="5476875" y="657225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3EB6B0E-7B05-43F9-BD45-20F3FB93ECBF}"/>
              </a:ext>
            </a:extLst>
          </p:cNvPr>
          <p:cNvSpPr>
            <a:spLocks noGrp="1"/>
          </p:cNvSpPr>
          <p:nvPr/>
        </p:nvSpPr>
        <p:spPr>
          <a:xfrm>
            <a:off x="5314950" y="651510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458EA95-8BF4-443F-A762-1B16BC0783C0}"/>
              </a:ext>
            </a:extLst>
          </p:cNvPr>
          <p:cNvSpPr>
            <a:spLocks noGrp="1"/>
          </p:cNvSpPr>
          <p:nvPr/>
        </p:nvSpPr>
        <p:spPr>
          <a:xfrm>
            <a:off x="5362575" y="662940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489BDFD-B6F2-438E-A87C-CB3EC5FDF998}"/>
              </a:ext>
            </a:extLst>
          </p:cNvPr>
          <p:cNvSpPr>
            <a:spLocks noGrp="1"/>
          </p:cNvSpPr>
          <p:nvPr/>
        </p:nvSpPr>
        <p:spPr>
          <a:xfrm>
            <a:off x="6076950" y="666750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</p:spTree>
    <p:extLst>
      <p:ext uri="{BB962C8B-B14F-4D97-AF65-F5344CB8AC3E}">
        <p14:creationId xmlns:p14="http://schemas.microsoft.com/office/powerpoint/2010/main" val="1591155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E49E5F4-D0B7-49FA-A937-C9369B0EDAB7}"/>
              </a:ext>
            </a:extLst>
          </p:cNvPr>
          <p:cNvSpPr>
            <a:spLocks noGrp="1"/>
          </p:cNvSpPr>
          <p:nvPr/>
        </p:nvSpPr>
        <p:spPr>
          <a:xfrm>
            <a:off x="285750" y="95250"/>
            <a:ext cx="9486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HOJA 3 • REVERSO • cortar por las líneas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B0DC9C2-4BE9-40A5-B77B-D38DEFE713BF}"/>
              </a:ext>
            </a:extLst>
          </p:cNvPr>
          <p:cNvSpPr>
            <a:spLocks noGrp="1"/>
          </p:cNvSpPr>
          <p:nvPr/>
        </p:nvSpPr>
        <p:spPr>
          <a:xfrm>
            <a:off x="5029200" y="400050"/>
            <a:ext cx="0" cy="6972300"/>
          </a:xfrm>
          <a:prstGeom prst="line">
            <a:avLst/>
          </a:prstGeom>
          <a:ln w="9525">
            <a:solidFill>
              <a:srgbClr val="C9B8A8"/>
            </a:solidFill>
            <a:prstDash val="dash"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C204C50-028A-45B1-B874-DE6D21B323A5}"/>
              </a:ext>
            </a:extLst>
          </p:cNvPr>
          <p:cNvSpPr>
            <a:spLocks noGrp="1"/>
          </p:cNvSpPr>
          <p:nvPr/>
        </p:nvSpPr>
        <p:spPr>
          <a:xfrm>
            <a:off x="285750" y="3886200"/>
            <a:ext cx="9486900" cy="0"/>
          </a:xfrm>
          <a:prstGeom prst="line">
            <a:avLst/>
          </a:prstGeom>
          <a:ln w="9525">
            <a:solidFill>
              <a:srgbClr val="C9B8A8"/>
            </a:solidFill>
            <a:prstDash val="dash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07BABD-B538-4690-BF02-4C915E1441E7}"/>
              </a:ext>
            </a:extLst>
          </p:cNvPr>
          <p:cNvSpPr>
            <a:spLocks noGrp="1"/>
          </p:cNvSpPr>
          <p:nvPr/>
        </p:nvSpPr>
        <p:spPr>
          <a:xfrm>
            <a:off x="342900" y="45720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F7E6D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46FE83-43F6-4431-876E-834C1E4D0AA6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91CA4D-C660-4BCA-955F-4B39BC135868}"/>
              </a:ext>
            </a:extLst>
          </p:cNvPr>
          <p:cNvSpPr>
            <a:spLocks noGrp="1"/>
          </p:cNvSpPr>
          <p:nvPr/>
        </p:nvSpPr>
        <p:spPr>
          <a:xfrm>
            <a:off x="514350" y="97155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Fort George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B768D6-C97D-43A1-ADC5-78D57779BFB5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Viaja al pasado y encuentra una historia.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148ED4-0BBB-4AE4-AA51-1D5D6A8A7B74}"/>
              </a:ext>
            </a:extLst>
          </p:cNvPr>
          <p:cNvSpPr>
            <a:spLocks noGrp="1"/>
          </p:cNvSpPr>
          <p:nvPr/>
        </p:nvSpPr>
        <p:spPr>
          <a:xfrm>
            <a:off x="457200" y="192405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354FF4-10EA-4514-9A58-F184918E283F}"/>
              </a:ext>
            </a:extLst>
          </p:cNvPr>
          <p:cNvSpPr>
            <a:spLocks noGrp="1"/>
          </p:cNvSpPr>
          <p:nvPr/>
        </p:nvSpPr>
        <p:spPr>
          <a:xfrm>
            <a:off x="533400" y="226695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916B95-9855-4FB9-9E8E-E65B96901108}"/>
              </a:ext>
            </a:extLst>
          </p:cNvPr>
          <p:cNvSpPr>
            <a:spLocks noGrp="1"/>
          </p:cNvSpPr>
          <p:nvPr/>
        </p:nvSpPr>
        <p:spPr>
          <a:xfrm>
            <a:off x="676275" y="293370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209FB7-9B16-46DD-B02A-0DFD143EC343}"/>
              </a:ext>
            </a:extLst>
          </p:cNvPr>
          <p:cNvSpPr>
            <a:spLocks noGrp="1"/>
          </p:cNvSpPr>
          <p:nvPr/>
        </p:nvSpPr>
        <p:spPr>
          <a:xfrm>
            <a:off x="514350" y="287655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F68E45-B1E2-4D2A-B061-5DE621FD088A}"/>
              </a:ext>
            </a:extLst>
          </p:cNvPr>
          <p:cNvSpPr>
            <a:spLocks noGrp="1"/>
          </p:cNvSpPr>
          <p:nvPr/>
        </p:nvSpPr>
        <p:spPr>
          <a:xfrm>
            <a:off x="561975" y="299085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EB71A8-78A0-4290-A30E-2952600B27DC}"/>
              </a:ext>
            </a:extLst>
          </p:cNvPr>
          <p:cNvSpPr>
            <a:spLocks noGrp="1"/>
          </p:cNvSpPr>
          <p:nvPr/>
        </p:nvSpPr>
        <p:spPr>
          <a:xfrm>
            <a:off x="1276350" y="302895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4EB7242-D6E4-4581-9BE2-F0058FF49848}"/>
              </a:ext>
            </a:extLst>
          </p:cNvPr>
          <p:cNvSpPr>
            <a:spLocks noGrp="1"/>
          </p:cNvSpPr>
          <p:nvPr/>
        </p:nvSpPr>
        <p:spPr>
          <a:xfrm>
            <a:off x="5143500" y="45720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E5F2ED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4F3466-8570-471C-9C94-FA44661977A0}"/>
              </a:ext>
            </a:extLst>
          </p:cNvPr>
          <p:cNvSpPr>
            <a:spLocks noGrp="1"/>
          </p:cNvSpPr>
          <p:nvPr/>
        </p:nvSpPr>
        <p:spPr>
          <a:xfrm>
            <a:off x="5257800" y="55245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D17978-DEA9-4F1E-A198-A070ED289F9A}"/>
              </a:ext>
            </a:extLst>
          </p:cNvPr>
          <p:cNvSpPr>
            <a:spLocks noGrp="1"/>
          </p:cNvSpPr>
          <p:nvPr/>
        </p:nvSpPr>
        <p:spPr>
          <a:xfrm>
            <a:off x="5314950" y="97155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Niagara-on-the-Lake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3CBB0F-F1D1-40AB-B12A-A216D0F32461}"/>
              </a:ext>
            </a:extLst>
          </p:cNvPr>
          <p:cNvSpPr>
            <a:spLocks noGrp="1"/>
          </p:cNvSpPr>
          <p:nvPr/>
        </p:nvSpPr>
        <p:spPr>
          <a:xfrm>
            <a:off x="5429250" y="145732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Pasea y descubre un rincón bonito.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8E6B67-2883-4FCA-8777-619AD364B218}"/>
              </a:ext>
            </a:extLst>
          </p:cNvPr>
          <p:cNvSpPr>
            <a:spLocks noGrp="1"/>
          </p:cNvSpPr>
          <p:nvPr/>
        </p:nvSpPr>
        <p:spPr>
          <a:xfrm>
            <a:off x="5257800" y="192405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CA97AA-CE1C-484F-BA82-6D8673008978}"/>
              </a:ext>
            </a:extLst>
          </p:cNvPr>
          <p:cNvSpPr>
            <a:spLocks noGrp="1"/>
          </p:cNvSpPr>
          <p:nvPr/>
        </p:nvSpPr>
        <p:spPr>
          <a:xfrm>
            <a:off x="5334000" y="226695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55FFE77-9BD3-40B5-84C9-C515120556B5}"/>
              </a:ext>
            </a:extLst>
          </p:cNvPr>
          <p:cNvSpPr>
            <a:spLocks noGrp="1"/>
          </p:cNvSpPr>
          <p:nvPr/>
        </p:nvSpPr>
        <p:spPr>
          <a:xfrm>
            <a:off x="5476875" y="293370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2B8758-02AD-41A2-90C5-F87F55E6DC10}"/>
              </a:ext>
            </a:extLst>
          </p:cNvPr>
          <p:cNvSpPr>
            <a:spLocks noGrp="1"/>
          </p:cNvSpPr>
          <p:nvPr/>
        </p:nvSpPr>
        <p:spPr>
          <a:xfrm>
            <a:off x="5314950" y="287655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6889F0-7BCB-4F85-BFD2-90F0B26592AE}"/>
              </a:ext>
            </a:extLst>
          </p:cNvPr>
          <p:cNvSpPr>
            <a:spLocks noGrp="1"/>
          </p:cNvSpPr>
          <p:nvPr/>
        </p:nvSpPr>
        <p:spPr>
          <a:xfrm>
            <a:off x="5362575" y="299085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60F027-A22D-432D-A8EF-371DABFDC987}"/>
              </a:ext>
            </a:extLst>
          </p:cNvPr>
          <p:cNvSpPr>
            <a:spLocks noGrp="1"/>
          </p:cNvSpPr>
          <p:nvPr/>
        </p:nvSpPr>
        <p:spPr>
          <a:xfrm>
            <a:off x="6076950" y="302895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8896670-0E28-4AC5-B0F3-BA064AC5A074}"/>
              </a:ext>
            </a:extLst>
          </p:cNvPr>
          <p:cNvSpPr>
            <a:spLocks noGrp="1"/>
          </p:cNvSpPr>
          <p:nvPr/>
        </p:nvSpPr>
        <p:spPr>
          <a:xfrm>
            <a:off x="342900" y="409575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F7E6D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BD41BC-8588-4058-9073-66AC1D126505}"/>
              </a:ext>
            </a:extLst>
          </p:cNvPr>
          <p:cNvSpPr>
            <a:spLocks noGrp="1"/>
          </p:cNvSpPr>
          <p:nvPr/>
        </p:nvSpPr>
        <p:spPr>
          <a:xfrm>
            <a:off x="457200" y="419100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4C3CD2-4DFB-424E-A3D9-E47CB36C2FB7}"/>
              </a:ext>
            </a:extLst>
          </p:cNvPr>
          <p:cNvSpPr>
            <a:spLocks noGrp="1"/>
          </p:cNvSpPr>
          <p:nvPr/>
        </p:nvSpPr>
        <p:spPr>
          <a:xfrm>
            <a:off x="514350" y="461010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Safari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3EDAE3-1203-4274-AE67-DC52A16D46AB}"/>
              </a:ext>
            </a:extLst>
          </p:cNvPr>
          <p:cNvSpPr>
            <a:spLocks noGrp="1"/>
          </p:cNvSpPr>
          <p:nvPr/>
        </p:nvSpPr>
        <p:spPr>
          <a:xfrm>
            <a:off x="628650" y="509587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Busca animales y elige tu favorito.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77ED3F-BB8D-4FEF-B6D6-0CB5D2E4B9BF}"/>
              </a:ext>
            </a:extLst>
          </p:cNvPr>
          <p:cNvSpPr>
            <a:spLocks noGrp="1"/>
          </p:cNvSpPr>
          <p:nvPr/>
        </p:nvSpPr>
        <p:spPr>
          <a:xfrm>
            <a:off x="457200" y="556260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78DE4A-4687-4268-BAC2-7B937C6F6E72}"/>
              </a:ext>
            </a:extLst>
          </p:cNvPr>
          <p:cNvSpPr>
            <a:spLocks noGrp="1"/>
          </p:cNvSpPr>
          <p:nvPr/>
        </p:nvSpPr>
        <p:spPr>
          <a:xfrm>
            <a:off x="533400" y="590550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10B84CE-EBF8-453B-8268-B8E803219D34}"/>
              </a:ext>
            </a:extLst>
          </p:cNvPr>
          <p:cNvSpPr>
            <a:spLocks noGrp="1"/>
          </p:cNvSpPr>
          <p:nvPr/>
        </p:nvSpPr>
        <p:spPr>
          <a:xfrm>
            <a:off x="676275" y="657225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B88CFAC-4C55-4CC5-B35E-836CE376BF8A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28DE90-3CF9-44FB-8F5C-B1753C0A8385}"/>
              </a:ext>
            </a:extLst>
          </p:cNvPr>
          <p:cNvSpPr>
            <a:spLocks noGrp="1"/>
          </p:cNvSpPr>
          <p:nvPr/>
        </p:nvSpPr>
        <p:spPr>
          <a:xfrm>
            <a:off x="561975" y="662940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FD6C96-004D-4BAB-A0FF-9599A8E743AD}"/>
              </a:ext>
            </a:extLst>
          </p:cNvPr>
          <p:cNvSpPr>
            <a:spLocks noGrp="1"/>
          </p:cNvSpPr>
          <p:nvPr/>
        </p:nvSpPr>
        <p:spPr>
          <a:xfrm>
            <a:off x="1276350" y="666750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F871AEA-E353-4689-934A-DA7D971BB010}"/>
              </a:ext>
            </a:extLst>
          </p:cNvPr>
          <p:cNvSpPr>
            <a:spLocks noGrp="1"/>
          </p:cNvSpPr>
          <p:nvPr/>
        </p:nvSpPr>
        <p:spPr>
          <a:xfrm>
            <a:off x="5143500" y="4095750"/>
            <a:ext cx="4572000" cy="3295650"/>
          </a:xfrm>
          <a:prstGeom prst="roundRect">
            <a:avLst>
              <a:gd name="adj" fmla="val 3468"/>
            </a:avLst>
          </a:prstGeom>
          <a:solidFill>
            <a:srgbClr val="E5F2ED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B12F703-26F4-4AE2-919D-C8F036BFF92E}"/>
              </a:ext>
            </a:extLst>
          </p:cNvPr>
          <p:cNvSpPr>
            <a:spLocks noGrp="1"/>
          </p:cNvSpPr>
          <p:nvPr/>
        </p:nvSpPr>
        <p:spPr>
          <a:xfrm>
            <a:off x="5257800" y="4191000"/>
            <a:ext cx="434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704E07A-94BB-433A-AB43-8EA98E84FA8B}"/>
              </a:ext>
            </a:extLst>
          </p:cNvPr>
          <p:cNvSpPr>
            <a:spLocks noGrp="1"/>
          </p:cNvSpPr>
          <p:nvPr/>
        </p:nvSpPr>
        <p:spPr>
          <a:xfrm>
            <a:off x="5314950" y="4610100"/>
            <a:ext cx="4229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Bird Kingdom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47F3DA0-0A86-4459-8350-A66D9E492835}"/>
              </a:ext>
            </a:extLst>
          </p:cNvPr>
          <p:cNvSpPr>
            <a:spLocks noGrp="1"/>
          </p:cNvSpPr>
          <p:nvPr/>
        </p:nvSpPr>
        <p:spPr>
          <a:xfrm>
            <a:off x="5429250" y="509587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Conoce un ave sorprendente.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ED67663-3007-49C1-A8E7-7A05EC08D72E}"/>
              </a:ext>
            </a:extLst>
          </p:cNvPr>
          <p:cNvSpPr>
            <a:spLocks noGrp="1"/>
          </p:cNvSpPr>
          <p:nvPr/>
        </p:nvSpPr>
        <p:spPr>
          <a:xfrm>
            <a:off x="5257800" y="5562600"/>
            <a:ext cx="4343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9AF647-BEDD-49E8-925F-555BAB312CC2}"/>
              </a:ext>
            </a:extLst>
          </p:cNvPr>
          <p:cNvSpPr>
            <a:spLocks noGrp="1"/>
          </p:cNvSpPr>
          <p:nvPr/>
        </p:nvSpPr>
        <p:spPr>
          <a:xfrm>
            <a:off x="5334000" y="5905500"/>
            <a:ext cx="4191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C86F26E-F275-4D84-A5F5-93A2B791ED2E}"/>
              </a:ext>
            </a:extLst>
          </p:cNvPr>
          <p:cNvSpPr>
            <a:spLocks noGrp="1"/>
          </p:cNvSpPr>
          <p:nvPr/>
        </p:nvSpPr>
        <p:spPr>
          <a:xfrm>
            <a:off x="5476875" y="6572250"/>
            <a:ext cx="3381375" cy="542925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4288">
            <a:solidFill>
              <a:srgbClr val="9AAFB5"/>
            </a:solidFill>
            <a:prstDash val="solid"/>
          </a:ln>
        </p:spPr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521513B-90C8-4079-8AD4-0A1BBA641466}"/>
              </a:ext>
            </a:extLst>
          </p:cNvPr>
          <p:cNvSpPr>
            <a:spLocks noGrp="1"/>
          </p:cNvSpPr>
          <p:nvPr/>
        </p:nvSpPr>
        <p:spPr>
          <a:xfrm>
            <a:off x="5314950" y="6515100"/>
            <a:ext cx="685800" cy="685800"/>
          </a:xfrm>
          <a:prstGeom prst="ellipse">
            <a:avLst/>
          </a:prstGeom>
          <a:noFill/>
          <a:ln w="19050">
            <a:solidFill>
              <a:srgbClr val="D52F32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3C1E963-8075-44D8-B24F-FCE96B0016B6}"/>
              </a:ext>
            </a:extLst>
          </p:cNvPr>
          <p:cNvSpPr>
            <a:spLocks noGrp="1"/>
          </p:cNvSpPr>
          <p:nvPr/>
        </p:nvSpPr>
        <p:spPr>
          <a:xfrm>
            <a:off x="5362575" y="6629400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2A8F06-EC22-4CA5-9482-FF7C50083929}"/>
              </a:ext>
            </a:extLst>
          </p:cNvPr>
          <p:cNvSpPr>
            <a:spLocks noGrp="1"/>
          </p:cNvSpPr>
          <p:nvPr/>
        </p:nvSpPr>
        <p:spPr>
          <a:xfrm>
            <a:off x="6076950" y="666750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</p:spTree>
    <p:extLst>
      <p:ext uri="{BB962C8B-B14F-4D97-AF65-F5344CB8AC3E}">
        <p14:creationId xmlns:p14="http://schemas.microsoft.com/office/powerpoint/2010/main" val="13714230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Microsoft Office PowerPoint</Application>
  <DocSecurity>0</DocSecurity>
  <PresentationFormat>Custom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Carlos Peralta Gutierrez</cp:lastModifiedBy>
  <cp:revision>1</cp:revision>
  <dcterms:created xsi:type="dcterms:W3CDTF">2026-08-16T12:21:50Z</dcterms:created>
  <dcterms:modified xsi:type="dcterms:W3CDTF">2026-08-16T12:41:40Z</dcterms:modified>
</cp:coreProperties>
</file>